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slideLayouts/slideLayout31.xml" ContentType="application/vnd.openxmlformats-officedocument.presentationml.slideLayout+xml"/>
  <Override PartName="/ppt/theme/theme5.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6.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7.xml" ContentType="application/vnd.openxmlformats-officedocument.theme+xml"/>
  <Override PartName="/ppt/slideLayouts/slideLayout4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1" r:id="rId2"/>
    <p:sldMasterId id="2147483681" r:id="rId3"/>
    <p:sldMasterId id="2147483683" r:id="rId4"/>
    <p:sldMasterId id="2147483686" r:id="rId5"/>
    <p:sldMasterId id="2147483688" r:id="rId6"/>
    <p:sldMasterId id="2147483694" r:id="rId7"/>
    <p:sldMasterId id="2147483699" r:id="rId8"/>
  </p:sldMasterIdLst>
  <p:notesMasterIdLst>
    <p:notesMasterId r:id="rId21"/>
  </p:notesMasterIdLst>
  <p:sldIdLst>
    <p:sldId id="256" r:id="rId9"/>
    <p:sldId id="286" r:id="rId10"/>
    <p:sldId id="287" r:id="rId11"/>
    <p:sldId id="291" r:id="rId12"/>
    <p:sldId id="297" r:id="rId13"/>
    <p:sldId id="296" r:id="rId14"/>
    <p:sldId id="479" r:id="rId15"/>
    <p:sldId id="480" r:id="rId16"/>
    <p:sldId id="482" r:id="rId17"/>
    <p:sldId id="483" r:id="rId18"/>
    <p:sldId id="477" r:id="rId19"/>
    <p:sldId id="486" r:id="rId2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30" roundtripDataSignature="AMtx7mgM38qLf2o5hMBR8JdbYvxjcL6TT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58"/>
    <p:restoredTop sz="84648"/>
  </p:normalViewPr>
  <p:slideViewPr>
    <p:cSldViewPr snapToGrid="0">
      <p:cViewPr varScale="1">
        <p:scale>
          <a:sx n="103" d="100"/>
          <a:sy n="103" d="100"/>
        </p:scale>
        <p:origin x="1400" y="184"/>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slide" Target="slides/slide10.xml"/><Relationship Id="rId3" Type="http://schemas.openxmlformats.org/officeDocument/2006/relationships/slideMaster" Target="slideMasters/slideMaster3.xml"/><Relationship Id="rId21" Type="http://schemas.openxmlformats.org/officeDocument/2006/relationships/notesMaster" Target="notesMasters/notesMaster1.xml"/><Relationship Id="rId34"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7.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3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team needs to be aware of the Agile Unified Process we are planning to implement in this class.  Every team should explain that our design approach will follow this process goals and you can break this down into different steps for your project.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699611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jp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jp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jp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6.jp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7.jp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8.jp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jp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0.jp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1.jp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2.jp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3.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4.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5.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6.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7.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8.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9.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0.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1.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2.jpeg"/><Relationship Id="rId1" Type="http://schemas.openxmlformats.org/officeDocument/2006/relationships/slideMaster" Target="../slideMasters/slideMaster2.xml"/><Relationship Id="rId6" Type="http://schemas.openxmlformats.org/officeDocument/2006/relationships/image" Target="../media/image34.png"/><Relationship Id="rId5" Type="http://schemas.openxmlformats.org/officeDocument/2006/relationships/image" Target="file://localhost/Users/jasonrodriguez/Projects/Power%20Points/FINAL%20Template/images/images/PPT_Template_Header.png" TargetMode="External"/><Relationship Id="rId4" Type="http://schemas.openxmlformats.org/officeDocument/2006/relationships/image" Target="../media/image3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dwin A Stevens Hall">
  <p:cSld name="Edwin A Stevens Hall">
    <p:spTree>
      <p:nvGrpSpPr>
        <p:cNvPr id="1" name="Shape 12"/>
        <p:cNvGrpSpPr/>
        <p:nvPr/>
      </p:nvGrpSpPr>
      <p:grpSpPr>
        <a:xfrm>
          <a:off x="0" y="0"/>
          <a:ext cx="0" cy="0"/>
          <a:chOff x="0" y="0"/>
          <a:chExt cx="0" cy="0"/>
        </a:xfrm>
      </p:grpSpPr>
      <p:pic>
        <p:nvPicPr>
          <p:cNvPr id="13" name="Google Shape;13;p9"/>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14" name="Google Shape;14;p9"/>
          <p:cNvSpPr txBox="1">
            <a:spLocks noGrp="1"/>
          </p:cNvSpPr>
          <p:nvPr>
            <p:ph type="body" idx="1"/>
          </p:nvPr>
        </p:nvSpPr>
        <p:spPr>
          <a:xfrm>
            <a:off x="123825" y="1364341"/>
            <a:ext cx="5776232" cy="201023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chemeClr val="dk1"/>
              </a:buClr>
              <a:buSzPts val="3200"/>
              <a:buFont typeface="Arial"/>
              <a:buNone/>
              <a:defRPr sz="3200" b="1" i="0" u="none" strike="noStrike" cap="none">
                <a:solidFill>
                  <a:schemeClr val="dk1"/>
                </a:solidFill>
                <a:latin typeface="Century Gothic"/>
                <a:ea typeface="Century Gothic"/>
                <a:cs typeface="Century Gothic"/>
                <a:sym typeface="Century Gothic"/>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5" name="Google Shape;15;p9"/>
          <p:cNvSpPr txBox="1">
            <a:spLocks noGrp="1"/>
          </p:cNvSpPr>
          <p:nvPr>
            <p:ph type="body" idx="2"/>
          </p:nvPr>
        </p:nvSpPr>
        <p:spPr>
          <a:xfrm>
            <a:off x="115888" y="4898571"/>
            <a:ext cx="5784169" cy="125616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 name="Google Shape;16;p9"/>
          <p:cNvSpPr txBox="1">
            <a:spLocks noGrp="1"/>
          </p:cNvSpPr>
          <p:nvPr>
            <p:ph type="body" idx="3"/>
          </p:nvPr>
        </p:nvSpPr>
        <p:spPr>
          <a:xfrm>
            <a:off x="123825" y="3512457"/>
            <a:ext cx="5776232" cy="120468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chemeClr val="dk1"/>
              </a:buClr>
              <a:buSzPts val="2400"/>
              <a:buFont typeface="Arial"/>
              <a:buNone/>
              <a:defRPr sz="2400" b="0" i="1"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17" name="Google Shape;17;p9" descr="/Users/jasonrodriguez/Projects/Power Points/FINAL Template/images/images/CoverSlide_Header_01.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8" name="Google Shape;18;p9" descr="CoverSlide_Footer_03.png"/>
          <p:cNvPicPr preferRelativeResize="0"/>
          <p:nvPr/>
        </p:nvPicPr>
        <p:blipFill rotWithShape="1">
          <a:blip r:embed="rId4">
            <a:alphaModFix/>
          </a:blip>
          <a:srcRect/>
          <a:stretch/>
        </p:blipFill>
        <p:spPr>
          <a:xfrm>
            <a:off x="0" y="6272784"/>
            <a:ext cx="9144000" cy="585216"/>
          </a:xfrm>
          <a:prstGeom prst="rect">
            <a:avLst/>
          </a:prstGeom>
          <a:noFill/>
          <a:ln>
            <a:noFill/>
          </a:ln>
        </p:spPr>
      </p:pic>
      <p:pic>
        <p:nvPicPr>
          <p:cNvPr id="19" name="Google Shape;19;p9" descr="Stevens-Official-PMSColor-R.eps"/>
          <p:cNvPicPr preferRelativeResize="0"/>
          <p:nvPr/>
        </p:nvPicPr>
        <p:blipFill rotWithShape="1">
          <a:blip r:embed="rId5">
            <a:alphaModFix/>
          </a:blip>
          <a:srcRect/>
          <a:stretch/>
        </p:blipFill>
        <p:spPr>
          <a:xfrm>
            <a:off x="235857" y="283029"/>
            <a:ext cx="1934029" cy="828870"/>
          </a:xfrm>
          <a:prstGeom prst="rect">
            <a:avLst/>
          </a:prstGeom>
          <a:noFill/>
          <a:ln>
            <a:noFill/>
          </a:ln>
        </p:spPr>
      </p:pic>
      <p:sp>
        <p:nvSpPr>
          <p:cNvPr id="20" name="Google Shape;20;p9"/>
          <p:cNvSpPr txBox="1">
            <a:spLocks noGrp="1"/>
          </p:cNvSpPr>
          <p:nvPr>
            <p:ph type="ftr" idx="11"/>
          </p:nvPr>
        </p:nvSpPr>
        <p:spPr>
          <a:xfrm>
            <a:off x="6047030" y="6520372"/>
            <a:ext cx="2938212" cy="20110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9"/>
          <p:cNvSpPr txBox="1"/>
          <p:nvPr/>
        </p:nvSpPr>
        <p:spPr>
          <a:xfrm>
            <a:off x="1682840" y="6519572"/>
            <a:ext cx="4550535" cy="2482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1050" b="0" i="0" u="none" strike="noStrike" cap="none">
                <a:solidFill>
                  <a:srgbClr val="888888"/>
                </a:solidFill>
                <a:latin typeface="Century Gothic"/>
                <a:ea typeface="Century Gothic"/>
                <a:cs typeface="Century Gothic"/>
                <a:sym typeface="Century Gothic"/>
              </a:rPr>
              <a:t>© 2015 Stevens Institute of Technology. All Rights Reserved.</a:t>
            </a:r>
            <a:endParaRPr sz="1050" b="0" i="0" u="none" strike="noStrike" cap="none">
              <a:solidFill>
                <a:srgbClr val="888888"/>
              </a:solidFill>
              <a:latin typeface="Century Gothic"/>
              <a:ea typeface="Century Gothic"/>
              <a:cs typeface="Century Gothic"/>
              <a:sym typeface="Century Gothic"/>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mpus Aerial 1">
  <p:cSld name="Campus Aerial 1">
    <p:spTree>
      <p:nvGrpSpPr>
        <p:cNvPr id="1" name="Shape 22"/>
        <p:cNvGrpSpPr/>
        <p:nvPr/>
      </p:nvGrpSpPr>
      <p:grpSpPr>
        <a:xfrm>
          <a:off x="0" y="0"/>
          <a:ext cx="0" cy="0"/>
          <a:chOff x="0" y="0"/>
          <a:chExt cx="0" cy="0"/>
        </a:xfrm>
      </p:grpSpPr>
      <p:pic>
        <p:nvPicPr>
          <p:cNvPr id="23" name="Google Shape;23;p12"/>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24" name="Google Shape;24;p12"/>
          <p:cNvSpPr txBox="1">
            <a:spLocks noGrp="1"/>
          </p:cNvSpPr>
          <p:nvPr>
            <p:ph type="body" idx="1"/>
          </p:nvPr>
        </p:nvSpPr>
        <p:spPr>
          <a:xfrm>
            <a:off x="123825" y="1364341"/>
            <a:ext cx="5776232" cy="201023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chemeClr val="dk1"/>
              </a:buClr>
              <a:buSzPts val="3200"/>
              <a:buFont typeface="Arial"/>
              <a:buNone/>
              <a:defRPr sz="3200" b="1" i="0" u="none" strike="noStrike" cap="none">
                <a:solidFill>
                  <a:schemeClr val="dk1"/>
                </a:solidFill>
                <a:latin typeface="Century Gothic"/>
                <a:ea typeface="Century Gothic"/>
                <a:cs typeface="Century Gothic"/>
                <a:sym typeface="Century Gothic"/>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 name="Google Shape;25;p12"/>
          <p:cNvSpPr txBox="1">
            <a:spLocks noGrp="1"/>
          </p:cNvSpPr>
          <p:nvPr>
            <p:ph type="body" idx="2"/>
          </p:nvPr>
        </p:nvSpPr>
        <p:spPr>
          <a:xfrm>
            <a:off x="115888" y="4898571"/>
            <a:ext cx="5784169" cy="125616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6" name="Google Shape;26;p12"/>
          <p:cNvSpPr txBox="1">
            <a:spLocks noGrp="1"/>
          </p:cNvSpPr>
          <p:nvPr>
            <p:ph type="body" idx="3"/>
          </p:nvPr>
        </p:nvSpPr>
        <p:spPr>
          <a:xfrm>
            <a:off x="123825" y="3512457"/>
            <a:ext cx="5776232" cy="120468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chemeClr val="dk1"/>
              </a:buClr>
              <a:buSzPts val="2400"/>
              <a:buFont typeface="Arial"/>
              <a:buNone/>
              <a:defRPr sz="2400" b="0" i="1"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27" name="Google Shape;27;p12" descr="/Users/jasonrodriguez/Projects/Power Points/FINAL Template/images/images/CoverSlide_Header_01.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28" name="Google Shape;28;p12" descr="CoverSlide_Footer_03.png"/>
          <p:cNvPicPr preferRelativeResize="0"/>
          <p:nvPr/>
        </p:nvPicPr>
        <p:blipFill rotWithShape="1">
          <a:blip r:embed="rId4">
            <a:alphaModFix/>
          </a:blip>
          <a:srcRect/>
          <a:stretch/>
        </p:blipFill>
        <p:spPr>
          <a:xfrm>
            <a:off x="0" y="6272784"/>
            <a:ext cx="9144000" cy="585216"/>
          </a:xfrm>
          <a:prstGeom prst="rect">
            <a:avLst/>
          </a:prstGeom>
          <a:noFill/>
          <a:ln>
            <a:noFill/>
          </a:ln>
        </p:spPr>
      </p:pic>
      <p:pic>
        <p:nvPicPr>
          <p:cNvPr id="29" name="Google Shape;29;p12" descr="Stevens-Official-PMSColor-R.eps"/>
          <p:cNvPicPr preferRelativeResize="0"/>
          <p:nvPr/>
        </p:nvPicPr>
        <p:blipFill rotWithShape="1">
          <a:blip r:embed="rId5">
            <a:alphaModFix/>
          </a:blip>
          <a:srcRect/>
          <a:stretch/>
        </p:blipFill>
        <p:spPr>
          <a:xfrm>
            <a:off x="235857" y="283029"/>
            <a:ext cx="1934029" cy="828870"/>
          </a:xfrm>
          <a:prstGeom prst="rect">
            <a:avLst/>
          </a:prstGeom>
          <a:noFill/>
          <a:ln>
            <a:noFill/>
          </a:ln>
        </p:spPr>
      </p:pic>
      <p:sp>
        <p:nvSpPr>
          <p:cNvPr id="30" name="Google Shape;30;p12"/>
          <p:cNvSpPr txBox="1">
            <a:spLocks noGrp="1"/>
          </p:cNvSpPr>
          <p:nvPr>
            <p:ph type="ftr" idx="11"/>
          </p:nvPr>
        </p:nvSpPr>
        <p:spPr>
          <a:xfrm>
            <a:off x="6047030" y="6520372"/>
            <a:ext cx="2938212" cy="20110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2"/>
          <p:cNvSpPr txBox="1">
            <a:spLocks noGrp="1"/>
          </p:cNvSpPr>
          <p:nvPr>
            <p:ph type="dt" idx="10"/>
          </p:nvPr>
        </p:nvSpPr>
        <p:spPr>
          <a:xfrm>
            <a:off x="49928" y="6501841"/>
            <a:ext cx="1601788" cy="198437"/>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bbio Center Skyline ">
  <p:cSld name="Babbio Center Skyline ">
    <p:spTree>
      <p:nvGrpSpPr>
        <p:cNvPr id="1" name="Shape 32"/>
        <p:cNvGrpSpPr/>
        <p:nvPr/>
      </p:nvGrpSpPr>
      <p:grpSpPr>
        <a:xfrm>
          <a:off x="0" y="0"/>
          <a:ext cx="0" cy="0"/>
          <a:chOff x="0" y="0"/>
          <a:chExt cx="0" cy="0"/>
        </a:xfrm>
      </p:grpSpPr>
      <p:pic>
        <p:nvPicPr>
          <p:cNvPr id="33" name="Google Shape;33;p13"/>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34" name="Google Shape;34;p13"/>
          <p:cNvSpPr txBox="1">
            <a:spLocks noGrp="1"/>
          </p:cNvSpPr>
          <p:nvPr>
            <p:ph type="body" idx="1"/>
          </p:nvPr>
        </p:nvSpPr>
        <p:spPr>
          <a:xfrm>
            <a:off x="123825" y="1364341"/>
            <a:ext cx="5776232" cy="201023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chemeClr val="dk1"/>
              </a:buClr>
              <a:buSzPts val="3200"/>
              <a:buFont typeface="Arial"/>
              <a:buNone/>
              <a:defRPr sz="3200" b="1" i="0" u="none" strike="noStrike" cap="none">
                <a:solidFill>
                  <a:schemeClr val="dk1"/>
                </a:solidFill>
                <a:latin typeface="Century Gothic"/>
                <a:ea typeface="Century Gothic"/>
                <a:cs typeface="Century Gothic"/>
                <a:sym typeface="Century Gothic"/>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5" name="Google Shape;35;p13"/>
          <p:cNvSpPr txBox="1">
            <a:spLocks noGrp="1"/>
          </p:cNvSpPr>
          <p:nvPr>
            <p:ph type="body" idx="2"/>
          </p:nvPr>
        </p:nvSpPr>
        <p:spPr>
          <a:xfrm>
            <a:off x="115888" y="4898571"/>
            <a:ext cx="5784169" cy="125616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6" name="Google Shape;36;p13"/>
          <p:cNvSpPr txBox="1">
            <a:spLocks noGrp="1"/>
          </p:cNvSpPr>
          <p:nvPr>
            <p:ph type="body" idx="3"/>
          </p:nvPr>
        </p:nvSpPr>
        <p:spPr>
          <a:xfrm>
            <a:off x="123825" y="3512457"/>
            <a:ext cx="5776232" cy="120468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chemeClr val="dk1"/>
              </a:buClr>
              <a:buSzPts val="2400"/>
              <a:buFont typeface="Arial"/>
              <a:buNone/>
              <a:defRPr sz="2400" b="0" i="1"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7" name="Google Shape;37;p13" descr="/Users/jasonrodriguez/Projects/Power Points/FINAL Template/images/images/CoverSlide_Header_01.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38" name="Google Shape;38;p13" descr="CoverSlide_Footer_03.png"/>
          <p:cNvPicPr preferRelativeResize="0"/>
          <p:nvPr/>
        </p:nvPicPr>
        <p:blipFill rotWithShape="1">
          <a:blip r:embed="rId4">
            <a:alphaModFix/>
          </a:blip>
          <a:srcRect/>
          <a:stretch/>
        </p:blipFill>
        <p:spPr>
          <a:xfrm>
            <a:off x="0" y="6272784"/>
            <a:ext cx="9144000" cy="585216"/>
          </a:xfrm>
          <a:prstGeom prst="rect">
            <a:avLst/>
          </a:prstGeom>
          <a:noFill/>
          <a:ln>
            <a:noFill/>
          </a:ln>
        </p:spPr>
      </p:pic>
      <p:pic>
        <p:nvPicPr>
          <p:cNvPr id="39" name="Google Shape;39;p13" descr="Stevens-Official-PMSColor-R.eps"/>
          <p:cNvPicPr preferRelativeResize="0"/>
          <p:nvPr/>
        </p:nvPicPr>
        <p:blipFill rotWithShape="1">
          <a:blip r:embed="rId5">
            <a:alphaModFix/>
          </a:blip>
          <a:srcRect/>
          <a:stretch/>
        </p:blipFill>
        <p:spPr>
          <a:xfrm>
            <a:off x="235857" y="283029"/>
            <a:ext cx="1934029" cy="828870"/>
          </a:xfrm>
          <a:prstGeom prst="rect">
            <a:avLst/>
          </a:prstGeom>
          <a:noFill/>
          <a:ln>
            <a:noFill/>
          </a:ln>
        </p:spPr>
      </p:pic>
      <p:sp>
        <p:nvSpPr>
          <p:cNvPr id="40" name="Google Shape;40;p13"/>
          <p:cNvSpPr txBox="1">
            <a:spLocks noGrp="1"/>
          </p:cNvSpPr>
          <p:nvPr>
            <p:ph type="ftr" idx="11"/>
          </p:nvPr>
        </p:nvSpPr>
        <p:spPr>
          <a:xfrm>
            <a:off x="6047030" y="6520372"/>
            <a:ext cx="2938212" cy="20110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mpus Aerial 2">
  <p:cSld name="Campus Aerial 2">
    <p:spTree>
      <p:nvGrpSpPr>
        <p:cNvPr id="1" name="Shape 41"/>
        <p:cNvGrpSpPr/>
        <p:nvPr/>
      </p:nvGrpSpPr>
      <p:grpSpPr>
        <a:xfrm>
          <a:off x="0" y="0"/>
          <a:ext cx="0" cy="0"/>
          <a:chOff x="0" y="0"/>
          <a:chExt cx="0" cy="0"/>
        </a:xfrm>
      </p:grpSpPr>
      <p:pic>
        <p:nvPicPr>
          <p:cNvPr id="42" name="Google Shape;42;p14"/>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43" name="Google Shape;43;p14"/>
          <p:cNvSpPr txBox="1">
            <a:spLocks noGrp="1"/>
          </p:cNvSpPr>
          <p:nvPr>
            <p:ph type="body" idx="1"/>
          </p:nvPr>
        </p:nvSpPr>
        <p:spPr>
          <a:xfrm>
            <a:off x="123825" y="1364341"/>
            <a:ext cx="5776232" cy="201023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chemeClr val="dk1"/>
              </a:buClr>
              <a:buSzPts val="3200"/>
              <a:buFont typeface="Arial"/>
              <a:buNone/>
              <a:defRPr sz="3200" b="1" i="0" u="none" strike="noStrike" cap="none">
                <a:solidFill>
                  <a:schemeClr val="dk1"/>
                </a:solidFill>
                <a:latin typeface="Century Gothic"/>
                <a:ea typeface="Century Gothic"/>
                <a:cs typeface="Century Gothic"/>
                <a:sym typeface="Century Gothic"/>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4" name="Google Shape;44;p14"/>
          <p:cNvSpPr txBox="1">
            <a:spLocks noGrp="1"/>
          </p:cNvSpPr>
          <p:nvPr>
            <p:ph type="body" idx="2"/>
          </p:nvPr>
        </p:nvSpPr>
        <p:spPr>
          <a:xfrm>
            <a:off x="115888" y="4898571"/>
            <a:ext cx="5784169" cy="125616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5" name="Google Shape;45;p14"/>
          <p:cNvSpPr txBox="1">
            <a:spLocks noGrp="1"/>
          </p:cNvSpPr>
          <p:nvPr>
            <p:ph type="body" idx="3"/>
          </p:nvPr>
        </p:nvSpPr>
        <p:spPr>
          <a:xfrm>
            <a:off x="123825" y="3512457"/>
            <a:ext cx="5776232" cy="120468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chemeClr val="dk1"/>
              </a:buClr>
              <a:buSzPts val="2400"/>
              <a:buFont typeface="Arial"/>
              <a:buNone/>
              <a:defRPr sz="2400" b="0" i="1"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46" name="Google Shape;46;p14" descr="/Users/jasonrodriguez/Projects/Power Points/FINAL Template/images/images/CoverSlide_Header_01.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47" name="Google Shape;47;p14" descr="CoverSlide_Footer_03.png"/>
          <p:cNvPicPr preferRelativeResize="0"/>
          <p:nvPr/>
        </p:nvPicPr>
        <p:blipFill rotWithShape="1">
          <a:blip r:embed="rId4">
            <a:alphaModFix/>
          </a:blip>
          <a:srcRect/>
          <a:stretch/>
        </p:blipFill>
        <p:spPr>
          <a:xfrm>
            <a:off x="0" y="6272784"/>
            <a:ext cx="9144000" cy="585216"/>
          </a:xfrm>
          <a:prstGeom prst="rect">
            <a:avLst/>
          </a:prstGeom>
          <a:noFill/>
          <a:ln>
            <a:noFill/>
          </a:ln>
        </p:spPr>
      </p:pic>
      <p:pic>
        <p:nvPicPr>
          <p:cNvPr id="48" name="Google Shape;48;p14" descr="Stevens-Official-PMSColor-R.eps"/>
          <p:cNvPicPr preferRelativeResize="0"/>
          <p:nvPr/>
        </p:nvPicPr>
        <p:blipFill rotWithShape="1">
          <a:blip r:embed="rId5">
            <a:alphaModFix/>
          </a:blip>
          <a:srcRect/>
          <a:stretch/>
        </p:blipFill>
        <p:spPr>
          <a:xfrm>
            <a:off x="235857" y="283029"/>
            <a:ext cx="1934029" cy="828870"/>
          </a:xfrm>
          <a:prstGeom prst="rect">
            <a:avLst/>
          </a:prstGeom>
          <a:noFill/>
          <a:ln>
            <a:noFill/>
          </a:ln>
        </p:spPr>
      </p:pic>
      <p:sp>
        <p:nvSpPr>
          <p:cNvPr id="49" name="Google Shape;49;p14"/>
          <p:cNvSpPr txBox="1">
            <a:spLocks noGrp="1"/>
          </p:cNvSpPr>
          <p:nvPr>
            <p:ph type="ftr" idx="11"/>
          </p:nvPr>
        </p:nvSpPr>
        <p:spPr>
          <a:xfrm>
            <a:off x="6047030" y="6520372"/>
            <a:ext cx="2938212" cy="20110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mpus Aerial 3">
  <p:cSld name="Campus Aerial 3">
    <p:spTree>
      <p:nvGrpSpPr>
        <p:cNvPr id="1" name="Shape 50"/>
        <p:cNvGrpSpPr/>
        <p:nvPr/>
      </p:nvGrpSpPr>
      <p:grpSpPr>
        <a:xfrm>
          <a:off x="0" y="0"/>
          <a:ext cx="0" cy="0"/>
          <a:chOff x="0" y="0"/>
          <a:chExt cx="0" cy="0"/>
        </a:xfrm>
      </p:grpSpPr>
      <p:pic>
        <p:nvPicPr>
          <p:cNvPr id="51" name="Google Shape;51;p15"/>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52" name="Google Shape;52;p15"/>
          <p:cNvSpPr txBox="1">
            <a:spLocks noGrp="1"/>
          </p:cNvSpPr>
          <p:nvPr>
            <p:ph type="body" idx="1"/>
          </p:nvPr>
        </p:nvSpPr>
        <p:spPr>
          <a:xfrm>
            <a:off x="123825" y="1364341"/>
            <a:ext cx="5776232" cy="201023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chemeClr val="dk1"/>
              </a:buClr>
              <a:buSzPts val="3200"/>
              <a:buFont typeface="Arial"/>
              <a:buNone/>
              <a:defRPr sz="3200" b="1" i="0" u="none" strike="noStrike" cap="none">
                <a:solidFill>
                  <a:schemeClr val="dk1"/>
                </a:solidFill>
                <a:latin typeface="Century Gothic"/>
                <a:ea typeface="Century Gothic"/>
                <a:cs typeface="Century Gothic"/>
                <a:sym typeface="Century Gothic"/>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15"/>
          <p:cNvSpPr txBox="1">
            <a:spLocks noGrp="1"/>
          </p:cNvSpPr>
          <p:nvPr>
            <p:ph type="body" idx="2"/>
          </p:nvPr>
        </p:nvSpPr>
        <p:spPr>
          <a:xfrm>
            <a:off x="115888" y="4898571"/>
            <a:ext cx="5784169" cy="125616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4" name="Google Shape;54;p15"/>
          <p:cNvSpPr txBox="1">
            <a:spLocks noGrp="1"/>
          </p:cNvSpPr>
          <p:nvPr>
            <p:ph type="body" idx="3"/>
          </p:nvPr>
        </p:nvSpPr>
        <p:spPr>
          <a:xfrm>
            <a:off x="123825" y="3512457"/>
            <a:ext cx="5776232" cy="120468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chemeClr val="dk1"/>
              </a:buClr>
              <a:buSzPts val="2400"/>
              <a:buFont typeface="Arial"/>
              <a:buNone/>
              <a:defRPr sz="2400" b="0" i="1"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55" name="Google Shape;55;p15" descr="/Users/jasonrodriguez/Projects/Power Points/FINAL Template/images/images/CoverSlide_Header_01.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56" name="Google Shape;56;p15" descr="CoverSlide_Footer_03.png"/>
          <p:cNvPicPr preferRelativeResize="0"/>
          <p:nvPr/>
        </p:nvPicPr>
        <p:blipFill rotWithShape="1">
          <a:blip r:embed="rId4">
            <a:alphaModFix/>
          </a:blip>
          <a:srcRect/>
          <a:stretch/>
        </p:blipFill>
        <p:spPr>
          <a:xfrm>
            <a:off x="0" y="6272784"/>
            <a:ext cx="9144000" cy="585216"/>
          </a:xfrm>
          <a:prstGeom prst="rect">
            <a:avLst/>
          </a:prstGeom>
          <a:noFill/>
          <a:ln>
            <a:noFill/>
          </a:ln>
        </p:spPr>
      </p:pic>
      <p:pic>
        <p:nvPicPr>
          <p:cNvPr id="57" name="Google Shape;57;p15" descr="Stevens-Official-PMSColor-R.eps"/>
          <p:cNvPicPr preferRelativeResize="0"/>
          <p:nvPr/>
        </p:nvPicPr>
        <p:blipFill rotWithShape="1">
          <a:blip r:embed="rId5">
            <a:alphaModFix/>
          </a:blip>
          <a:srcRect/>
          <a:stretch/>
        </p:blipFill>
        <p:spPr>
          <a:xfrm>
            <a:off x="235857" y="283029"/>
            <a:ext cx="1934029" cy="828870"/>
          </a:xfrm>
          <a:prstGeom prst="rect">
            <a:avLst/>
          </a:prstGeom>
          <a:noFill/>
          <a:ln>
            <a:noFill/>
          </a:ln>
        </p:spPr>
      </p:pic>
      <p:sp>
        <p:nvSpPr>
          <p:cNvPr id="58" name="Google Shape;58;p15"/>
          <p:cNvSpPr txBox="1">
            <a:spLocks noGrp="1"/>
          </p:cNvSpPr>
          <p:nvPr>
            <p:ph type="ftr" idx="11"/>
          </p:nvPr>
        </p:nvSpPr>
        <p:spPr>
          <a:xfrm>
            <a:off x="6047030" y="6520372"/>
            <a:ext cx="2938212" cy="20110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mpus Aerial 4">
  <p:cSld name="Campus Aerial 4">
    <p:spTree>
      <p:nvGrpSpPr>
        <p:cNvPr id="1" name="Shape 59"/>
        <p:cNvGrpSpPr/>
        <p:nvPr/>
      </p:nvGrpSpPr>
      <p:grpSpPr>
        <a:xfrm>
          <a:off x="0" y="0"/>
          <a:ext cx="0" cy="0"/>
          <a:chOff x="0" y="0"/>
          <a:chExt cx="0" cy="0"/>
        </a:xfrm>
      </p:grpSpPr>
      <p:pic>
        <p:nvPicPr>
          <p:cNvPr id="60" name="Google Shape;60;p16"/>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61" name="Google Shape;61;p16"/>
          <p:cNvSpPr txBox="1">
            <a:spLocks noGrp="1"/>
          </p:cNvSpPr>
          <p:nvPr>
            <p:ph type="body" idx="1"/>
          </p:nvPr>
        </p:nvSpPr>
        <p:spPr>
          <a:xfrm>
            <a:off x="123825" y="1364341"/>
            <a:ext cx="5776232" cy="201023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chemeClr val="dk1"/>
              </a:buClr>
              <a:buSzPts val="3200"/>
              <a:buFont typeface="Arial"/>
              <a:buNone/>
              <a:defRPr sz="3200" b="1" i="0" u="none" strike="noStrike" cap="none">
                <a:solidFill>
                  <a:schemeClr val="dk1"/>
                </a:solidFill>
                <a:latin typeface="Century Gothic"/>
                <a:ea typeface="Century Gothic"/>
                <a:cs typeface="Century Gothic"/>
                <a:sym typeface="Century Gothic"/>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2" name="Google Shape;62;p16"/>
          <p:cNvSpPr txBox="1">
            <a:spLocks noGrp="1"/>
          </p:cNvSpPr>
          <p:nvPr>
            <p:ph type="body" idx="2"/>
          </p:nvPr>
        </p:nvSpPr>
        <p:spPr>
          <a:xfrm>
            <a:off x="115888" y="4898571"/>
            <a:ext cx="5784169" cy="125616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3" name="Google Shape;63;p16"/>
          <p:cNvSpPr txBox="1">
            <a:spLocks noGrp="1"/>
          </p:cNvSpPr>
          <p:nvPr>
            <p:ph type="body" idx="3"/>
          </p:nvPr>
        </p:nvSpPr>
        <p:spPr>
          <a:xfrm>
            <a:off x="123825" y="3512457"/>
            <a:ext cx="5776232" cy="120468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chemeClr val="dk1"/>
              </a:buClr>
              <a:buSzPts val="2400"/>
              <a:buFont typeface="Arial"/>
              <a:buNone/>
              <a:defRPr sz="2400" b="0" i="1"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64" name="Google Shape;64;p16" descr="/Users/jasonrodriguez/Projects/Power Points/FINAL Template/images/images/CoverSlide_Header_01.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65" name="Google Shape;65;p16" descr="CoverSlide_Footer_03.png"/>
          <p:cNvPicPr preferRelativeResize="0"/>
          <p:nvPr/>
        </p:nvPicPr>
        <p:blipFill rotWithShape="1">
          <a:blip r:embed="rId4">
            <a:alphaModFix/>
          </a:blip>
          <a:srcRect/>
          <a:stretch/>
        </p:blipFill>
        <p:spPr>
          <a:xfrm>
            <a:off x="0" y="6272784"/>
            <a:ext cx="9144000" cy="585216"/>
          </a:xfrm>
          <a:prstGeom prst="rect">
            <a:avLst/>
          </a:prstGeom>
          <a:noFill/>
          <a:ln>
            <a:noFill/>
          </a:ln>
        </p:spPr>
      </p:pic>
      <p:pic>
        <p:nvPicPr>
          <p:cNvPr id="66" name="Google Shape;66;p16" descr="Stevens-Official-PMSColor-R.eps"/>
          <p:cNvPicPr preferRelativeResize="0"/>
          <p:nvPr/>
        </p:nvPicPr>
        <p:blipFill rotWithShape="1">
          <a:blip r:embed="rId5">
            <a:alphaModFix/>
          </a:blip>
          <a:srcRect/>
          <a:stretch/>
        </p:blipFill>
        <p:spPr>
          <a:xfrm>
            <a:off x="235857" y="283029"/>
            <a:ext cx="1934029" cy="828870"/>
          </a:xfrm>
          <a:prstGeom prst="rect">
            <a:avLst/>
          </a:prstGeom>
          <a:noFill/>
          <a:ln>
            <a:noFill/>
          </a:ln>
        </p:spPr>
      </p:pic>
      <p:sp>
        <p:nvSpPr>
          <p:cNvPr id="67" name="Google Shape;67;p16"/>
          <p:cNvSpPr txBox="1">
            <a:spLocks noGrp="1"/>
          </p:cNvSpPr>
          <p:nvPr>
            <p:ph type="ftr" idx="11"/>
          </p:nvPr>
        </p:nvSpPr>
        <p:spPr>
          <a:xfrm>
            <a:off x="6047030" y="6520372"/>
            <a:ext cx="2938212" cy="20110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6"/>
          <p:cNvSpPr txBox="1"/>
          <p:nvPr/>
        </p:nvSpPr>
        <p:spPr>
          <a:xfrm>
            <a:off x="1682840" y="6519572"/>
            <a:ext cx="3887273" cy="2482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1050" b="0" i="0" u="none" strike="noStrike" cap="none">
                <a:solidFill>
                  <a:srgbClr val="888888"/>
                </a:solidFill>
                <a:latin typeface="Century Gothic"/>
                <a:ea typeface="Century Gothic"/>
                <a:cs typeface="Century Gothic"/>
                <a:sym typeface="Century Gothic"/>
              </a:rPr>
              <a:t>© 2015 Stevens Institute of Technology. All Rights Reserved.</a:t>
            </a:r>
            <a:endParaRPr sz="1050" b="0" i="0" u="none" strike="noStrike" cap="none">
              <a:solidFill>
                <a:srgbClr val="888888"/>
              </a:solidFill>
              <a:latin typeface="Century Gothic"/>
              <a:ea typeface="Century Gothic"/>
              <a:cs typeface="Century Gothic"/>
              <a:sym typeface="Century Gothic"/>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bstract">
  <p:cSld name="Abstract">
    <p:spTree>
      <p:nvGrpSpPr>
        <p:cNvPr id="1" name="Shape 69"/>
        <p:cNvGrpSpPr/>
        <p:nvPr/>
      </p:nvGrpSpPr>
      <p:grpSpPr>
        <a:xfrm>
          <a:off x="0" y="0"/>
          <a:ext cx="0" cy="0"/>
          <a:chOff x="0" y="0"/>
          <a:chExt cx="0" cy="0"/>
        </a:xfrm>
      </p:grpSpPr>
      <p:pic>
        <p:nvPicPr>
          <p:cNvPr id="70" name="Google Shape;70;p17"/>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71" name="Google Shape;71;p17" descr="/Users/jasonrodriguez/Projects/Power Points/FINAL Template/images/images/CoverSlide_Header_01.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72" name="Google Shape;72;p17" descr="CoverSlide_Footer_03.png"/>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73" name="Google Shape;73;p17"/>
          <p:cNvSpPr txBox="1">
            <a:spLocks noGrp="1"/>
          </p:cNvSpPr>
          <p:nvPr>
            <p:ph type="body" idx="1"/>
          </p:nvPr>
        </p:nvSpPr>
        <p:spPr>
          <a:xfrm>
            <a:off x="123825" y="1364340"/>
            <a:ext cx="6284232" cy="271417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chemeClr val="dk1"/>
              </a:buClr>
              <a:buSzPts val="3200"/>
              <a:buFont typeface="Arial"/>
              <a:buNone/>
              <a:defRPr sz="3200" b="1" i="0" u="none" strike="noStrike" cap="none">
                <a:solidFill>
                  <a:schemeClr val="dk1"/>
                </a:solidFill>
                <a:latin typeface="Century Gothic"/>
                <a:ea typeface="Century Gothic"/>
                <a:cs typeface="Century Gothic"/>
                <a:sym typeface="Century Gothic"/>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4" name="Google Shape;74;p17"/>
          <p:cNvSpPr txBox="1">
            <a:spLocks noGrp="1"/>
          </p:cNvSpPr>
          <p:nvPr>
            <p:ph type="body" idx="2"/>
          </p:nvPr>
        </p:nvSpPr>
        <p:spPr>
          <a:xfrm>
            <a:off x="123826" y="4209142"/>
            <a:ext cx="5014232" cy="1908629"/>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40"/>
              </a:spcBef>
              <a:spcAft>
                <a:spcPts val="0"/>
              </a:spcAft>
              <a:buClr>
                <a:schemeClr val="dk1"/>
              </a:buClr>
              <a:buSzPts val="2200"/>
              <a:buFont typeface="Arial"/>
              <a:buNone/>
              <a:defRPr sz="2200" b="0" i="1"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75" name="Google Shape;75;p17" descr="Stevens-Official-PMSColor-R.eps"/>
          <p:cNvPicPr preferRelativeResize="0"/>
          <p:nvPr/>
        </p:nvPicPr>
        <p:blipFill rotWithShape="1">
          <a:blip r:embed="rId5">
            <a:alphaModFix/>
          </a:blip>
          <a:srcRect/>
          <a:stretch/>
        </p:blipFill>
        <p:spPr>
          <a:xfrm>
            <a:off x="235857" y="283029"/>
            <a:ext cx="1934029" cy="828870"/>
          </a:xfrm>
          <a:prstGeom prst="rect">
            <a:avLst/>
          </a:prstGeom>
          <a:noFill/>
          <a:ln>
            <a:noFill/>
          </a:ln>
        </p:spPr>
      </p:pic>
      <p:sp>
        <p:nvSpPr>
          <p:cNvPr id="76" name="Google Shape;76;p17"/>
          <p:cNvSpPr txBox="1">
            <a:spLocks noGrp="1"/>
          </p:cNvSpPr>
          <p:nvPr>
            <p:ph type="body" idx="3"/>
          </p:nvPr>
        </p:nvSpPr>
        <p:spPr>
          <a:xfrm>
            <a:off x="5275943" y="4209143"/>
            <a:ext cx="3708400" cy="1909309"/>
          </a:xfrm>
          <a:prstGeom prst="rect">
            <a:avLst/>
          </a:prstGeom>
          <a:noFill/>
          <a:ln>
            <a:noFill/>
          </a:ln>
        </p:spPr>
        <p:txBody>
          <a:bodyPr spcFirstLastPara="1" wrap="square" lIns="91425" tIns="45700" rIns="91425" bIns="45700" anchor="t" anchorCtr="0">
            <a:noAutofit/>
          </a:bodyPr>
          <a:lstStyle>
            <a:lvl1pPr marL="457200" marR="0" lvl="0" indent="-228600" algn="r"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7" name="Google Shape;77;p17"/>
          <p:cNvSpPr txBox="1">
            <a:spLocks noGrp="1"/>
          </p:cNvSpPr>
          <p:nvPr>
            <p:ph type="ftr" idx="11"/>
          </p:nvPr>
        </p:nvSpPr>
        <p:spPr>
          <a:xfrm>
            <a:off x="6047030" y="6520372"/>
            <a:ext cx="2938212" cy="201103"/>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dt" idx="10"/>
          </p:nvPr>
        </p:nvSpPr>
        <p:spPr>
          <a:xfrm>
            <a:off x="49928" y="6501841"/>
            <a:ext cx="1601788" cy="198437"/>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o Mass Lab ">
  <p:cSld name="Bio Mass Lab ">
    <p:spTree>
      <p:nvGrpSpPr>
        <p:cNvPr id="1" name="Shape 116"/>
        <p:cNvGrpSpPr/>
        <p:nvPr/>
      </p:nvGrpSpPr>
      <p:grpSpPr>
        <a:xfrm>
          <a:off x="0" y="0"/>
          <a:ext cx="0" cy="0"/>
          <a:chOff x="0" y="0"/>
          <a:chExt cx="0" cy="0"/>
        </a:xfrm>
      </p:grpSpPr>
      <p:pic>
        <p:nvPicPr>
          <p:cNvPr id="117" name="Google Shape;117;p22"/>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18" name="Google Shape;118;p22"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19" name="Google Shape;119;p22"/>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20" name="Google Shape;120;p22"/>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1" name="Google Shape;121;p22"/>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2" name="Google Shape;122;p22"/>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3" name="Google Shape;123;p22"/>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1200" b="0" i="0" u="none" strike="noStrike" cap="none">
                <a:solidFill>
                  <a:schemeClr val="dk1"/>
                </a:solidFill>
                <a:latin typeface="Calibri"/>
                <a:ea typeface="Calibri"/>
                <a:cs typeface="Calibri"/>
                <a:sym typeface="Calibri"/>
              </a:defRPr>
            </a:lvl1pPr>
            <a:lvl2pPr marL="0" lvl="1" indent="0" algn="l">
              <a:spcBef>
                <a:spcPts val="0"/>
              </a:spcBef>
              <a:buNone/>
              <a:defRPr sz="1200" b="0" i="0" u="none" strike="noStrike" cap="none">
                <a:solidFill>
                  <a:schemeClr val="dk1"/>
                </a:solidFill>
                <a:latin typeface="Calibri"/>
                <a:ea typeface="Calibri"/>
                <a:cs typeface="Calibri"/>
                <a:sym typeface="Calibri"/>
              </a:defRPr>
            </a:lvl2pPr>
            <a:lvl3pPr marL="0" lvl="2" indent="0" algn="l">
              <a:spcBef>
                <a:spcPts val="0"/>
              </a:spcBef>
              <a:buNone/>
              <a:defRPr sz="1200" b="0" i="0" u="none" strike="noStrike" cap="none">
                <a:solidFill>
                  <a:schemeClr val="dk1"/>
                </a:solidFill>
                <a:latin typeface="Calibri"/>
                <a:ea typeface="Calibri"/>
                <a:cs typeface="Calibri"/>
                <a:sym typeface="Calibri"/>
              </a:defRPr>
            </a:lvl3pPr>
            <a:lvl4pPr marL="0" lvl="3" indent="0" algn="l">
              <a:spcBef>
                <a:spcPts val="0"/>
              </a:spcBef>
              <a:buNone/>
              <a:defRPr sz="1200" b="0" i="0" u="none" strike="noStrike" cap="none">
                <a:solidFill>
                  <a:schemeClr val="dk1"/>
                </a:solidFill>
                <a:latin typeface="Calibri"/>
                <a:ea typeface="Calibri"/>
                <a:cs typeface="Calibri"/>
                <a:sym typeface="Calibri"/>
              </a:defRPr>
            </a:lvl4pPr>
            <a:lvl5pPr marL="0" lvl="4" indent="0" algn="l">
              <a:spcBef>
                <a:spcPts val="0"/>
              </a:spcBef>
              <a:buNone/>
              <a:defRPr sz="1200" b="0" i="0" u="none" strike="noStrike" cap="none">
                <a:solidFill>
                  <a:schemeClr val="dk1"/>
                </a:solidFill>
                <a:latin typeface="Calibri"/>
                <a:ea typeface="Calibri"/>
                <a:cs typeface="Calibri"/>
                <a:sym typeface="Calibri"/>
              </a:defRPr>
            </a:lvl5pPr>
            <a:lvl6pPr marL="0" lvl="5" indent="0" algn="l">
              <a:spcBef>
                <a:spcPts val="0"/>
              </a:spcBef>
              <a:buNone/>
              <a:defRPr sz="1200" b="0" i="0" u="none" strike="noStrike" cap="none">
                <a:solidFill>
                  <a:schemeClr val="dk1"/>
                </a:solidFill>
                <a:latin typeface="Calibri"/>
                <a:ea typeface="Calibri"/>
                <a:cs typeface="Calibri"/>
                <a:sym typeface="Calibri"/>
              </a:defRPr>
            </a:lvl6pPr>
            <a:lvl7pPr marL="0" lvl="6" indent="0" algn="l">
              <a:spcBef>
                <a:spcPts val="0"/>
              </a:spcBef>
              <a:buNone/>
              <a:defRPr sz="1200" b="0" i="0" u="none" strike="noStrike" cap="none">
                <a:solidFill>
                  <a:schemeClr val="dk1"/>
                </a:solidFill>
                <a:latin typeface="Calibri"/>
                <a:ea typeface="Calibri"/>
                <a:cs typeface="Calibri"/>
                <a:sym typeface="Calibri"/>
              </a:defRPr>
            </a:lvl7pPr>
            <a:lvl8pPr marL="0" lvl="7" indent="0" algn="l">
              <a:spcBef>
                <a:spcPts val="0"/>
              </a:spcBef>
              <a:buNone/>
              <a:defRPr sz="1200" b="0" i="0" u="none" strike="noStrike" cap="none">
                <a:solidFill>
                  <a:schemeClr val="dk1"/>
                </a:solidFill>
                <a:latin typeface="Calibri"/>
                <a:ea typeface="Calibri"/>
                <a:cs typeface="Calibri"/>
                <a:sym typeface="Calibri"/>
              </a:defRPr>
            </a:lvl8pPr>
            <a:lvl9pPr marL="0" lvl="8" indent="0" algn="l">
              <a:spcBef>
                <a:spcPts val="0"/>
              </a:spcBef>
              <a:buNone/>
              <a:defRPr sz="12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Hanlon Lab">
  <p:cSld name="Hanlon Lab">
    <p:spTree>
      <p:nvGrpSpPr>
        <p:cNvPr id="1" name="Shape 124"/>
        <p:cNvGrpSpPr/>
        <p:nvPr/>
      </p:nvGrpSpPr>
      <p:grpSpPr>
        <a:xfrm>
          <a:off x="0" y="0"/>
          <a:ext cx="0" cy="0"/>
          <a:chOff x="0" y="0"/>
          <a:chExt cx="0" cy="0"/>
        </a:xfrm>
      </p:grpSpPr>
      <p:pic>
        <p:nvPicPr>
          <p:cNvPr id="125" name="Google Shape;125;p23"/>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26" name="Google Shape;126;p23"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27" name="Google Shape;127;p23"/>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28" name="Google Shape;128;p23"/>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9" name="Google Shape;129;p23"/>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0" name="Google Shape;130;p23"/>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1" name="Google Shape;131;p23"/>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lean Lab">
  <p:cSld name="Clean Lab">
    <p:spTree>
      <p:nvGrpSpPr>
        <p:cNvPr id="1" name="Shape 132"/>
        <p:cNvGrpSpPr/>
        <p:nvPr/>
      </p:nvGrpSpPr>
      <p:grpSpPr>
        <a:xfrm>
          <a:off x="0" y="0"/>
          <a:ext cx="0" cy="0"/>
          <a:chOff x="0" y="0"/>
          <a:chExt cx="0" cy="0"/>
        </a:xfrm>
      </p:grpSpPr>
      <p:pic>
        <p:nvPicPr>
          <p:cNvPr id="133" name="Google Shape;133;p24"/>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34" name="Google Shape;134;p24"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35" name="Google Shape;135;p24"/>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36" name="Google Shape;136;p24"/>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7" name="Google Shape;137;p24"/>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8" name="Google Shape;138;p24"/>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9" name="Google Shape;139;p24"/>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hemistry">
  <p:cSld name="Chemistry">
    <p:spTree>
      <p:nvGrpSpPr>
        <p:cNvPr id="1" name="Shape 140"/>
        <p:cNvGrpSpPr/>
        <p:nvPr/>
      </p:nvGrpSpPr>
      <p:grpSpPr>
        <a:xfrm>
          <a:off x="0" y="0"/>
          <a:ext cx="0" cy="0"/>
          <a:chOff x="0" y="0"/>
          <a:chExt cx="0" cy="0"/>
        </a:xfrm>
      </p:grpSpPr>
      <p:pic>
        <p:nvPicPr>
          <p:cNvPr id="141" name="Google Shape;141;p25"/>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42" name="Google Shape;142;p25"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43" name="Google Shape;143;p25"/>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44" name="Google Shape;144;p25"/>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5" name="Google Shape;145;p25"/>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46" name="Google Shape;146;p25"/>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47" name="Google Shape;147;p25"/>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le Graduate">
  <p:cSld name="Male Graduate">
    <p:spTree>
      <p:nvGrpSpPr>
        <p:cNvPr id="1" name="Shape 148"/>
        <p:cNvGrpSpPr/>
        <p:nvPr/>
      </p:nvGrpSpPr>
      <p:grpSpPr>
        <a:xfrm>
          <a:off x="0" y="0"/>
          <a:ext cx="0" cy="0"/>
          <a:chOff x="0" y="0"/>
          <a:chExt cx="0" cy="0"/>
        </a:xfrm>
      </p:grpSpPr>
      <p:pic>
        <p:nvPicPr>
          <p:cNvPr id="149" name="Google Shape;149;p26"/>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50" name="Google Shape;150;p26"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51" name="Google Shape;151;p26"/>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52" name="Google Shape;152;p26"/>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3" name="Google Shape;153;p26"/>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54" name="Google Shape;154;p26"/>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55" name="Google Shape;155;p26"/>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le Student Studying">
  <p:cSld name="Male Student Studying">
    <p:spTree>
      <p:nvGrpSpPr>
        <p:cNvPr id="1" name="Shape 156"/>
        <p:cNvGrpSpPr/>
        <p:nvPr/>
      </p:nvGrpSpPr>
      <p:grpSpPr>
        <a:xfrm>
          <a:off x="0" y="0"/>
          <a:ext cx="0" cy="0"/>
          <a:chOff x="0" y="0"/>
          <a:chExt cx="0" cy="0"/>
        </a:xfrm>
      </p:grpSpPr>
      <p:pic>
        <p:nvPicPr>
          <p:cNvPr id="157" name="Google Shape;157;p27"/>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58" name="Google Shape;158;p27"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59" name="Google Shape;159;p27"/>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60" name="Google Shape;160;p27"/>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1" name="Google Shape;161;p27"/>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5275" algn="l" rtl="0">
              <a:spcBef>
                <a:spcPts val="1200"/>
              </a:spcBef>
              <a:spcAft>
                <a:spcPts val="0"/>
              </a:spcAft>
              <a:buClr>
                <a:schemeClr val="dk1"/>
              </a:buClr>
              <a:buSzPts val="1050"/>
              <a:buFont typeface="Arial"/>
              <a:buChar char="•"/>
              <a:defRPr sz="105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2" name="Google Shape;162;p27"/>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3" name="Google Shape;163;p27"/>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Laughter">
  <p:cSld name="Laughter">
    <p:spTree>
      <p:nvGrpSpPr>
        <p:cNvPr id="1" name="Shape 164"/>
        <p:cNvGrpSpPr/>
        <p:nvPr/>
      </p:nvGrpSpPr>
      <p:grpSpPr>
        <a:xfrm>
          <a:off x="0" y="0"/>
          <a:ext cx="0" cy="0"/>
          <a:chOff x="0" y="0"/>
          <a:chExt cx="0" cy="0"/>
        </a:xfrm>
      </p:grpSpPr>
      <p:pic>
        <p:nvPicPr>
          <p:cNvPr id="165" name="Google Shape;165;p28"/>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66" name="Google Shape;166;p28"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67" name="Google Shape;167;p28"/>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68" name="Google Shape;168;p28"/>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9" name="Google Shape;169;p28"/>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5275" algn="l" rtl="0">
              <a:spcBef>
                <a:spcPts val="1200"/>
              </a:spcBef>
              <a:spcAft>
                <a:spcPts val="0"/>
              </a:spcAft>
              <a:buClr>
                <a:schemeClr val="dk1"/>
              </a:buClr>
              <a:buSzPts val="1050"/>
              <a:buFont typeface="Arial"/>
              <a:buChar char="•"/>
              <a:defRPr sz="105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0" name="Google Shape;170;p28"/>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1" name="Google Shape;171;p28"/>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usic">
  <p:cSld name="Music">
    <p:spTree>
      <p:nvGrpSpPr>
        <p:cNvPr id="1" name="Shape 172"/>
        <p:cNvGrpSpPr/>
        <p:nvPr/>
      </p:nvGrpSpPr>
      <p:grpSpPr>
        <a:xfrm>
          <a:off x="0" y="0"/>
          <a:ext cx="0" cy="0"/>
          <a:chOff x="0" y="0"/>
          <a:chExt cx="0" cy="0"/>
        </a:xfrm>
      </p:grpSpPr>
      <p:pic>
        <p:nvPicPr>
          <p:cNvPr id="173" name="Google Shape;173;p29"/>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74" name="Google Shape;174;p29"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75" name="Google Shape;175;p29"/>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76" name="Google Shape;176;p29"/>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7" name="Google Shape;177;p29"/>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8" name="Google Shape;178;p29"/>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9" name="Google Shape;179;p29"/>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orm Life">
  <p:cSld name="Dorm Life">
    <p:spTree>
      <p:nvGrpSpPr>
        <p:cNvPr id="1" name="Shape 180"/>
        <p:cNvGrpSpPr/>
        <p:nvPr/>
      </p:nvGrpSpPr>
      <p:grpSpPr>
        <a:xfrm>
          <a:off x="0" y="0"/>
          <a:ext cx="0" cy="0"/>
          <a:chOff x="0" y="0"/>
          <a:chExt cx="0" cy="0"/>
        </a:xfrm>
      </p:grpSpPr>
      <p:pic>
        <p:nvPicPr>
          <p:cNvPr id="181" name="Google Shape;181;p30"/>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82" name="Google Shape;182;p30"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83" name="Google Shape;183;p30"/>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84" name="Google Shape;184;p30"/>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5" name="Google Shape;185;p30"/>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6" name="Google Shape;186;p30"/>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7" name="Google Shape;187;p30"/>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munity">
  <p:cSld name="Community">
    <p:spTree>
      <p:nvGrpSpPr>
        <p:cNvPr id="1" name="Shape 188"/>
        <p:cNvGrpSpPr/>
        <p:nvPr/>
      </p:nvGrpSpPr>
      <p:grpSpPr>
        <a:xfrm>
          <a:off x="0" y="0"/>
          <a:ext cx="0" cy="0"/>
          <a:chOff x="0" y="0"/>
          <a:chExt cx="0" cy="0"/>
        </a:xfrm>
      </p:grpSpPr>
      <p:pic>
        <p:nvPicPr>
          <p:cNvPr id="189" name="Google Shape;189;p31"/>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90" name="Google Shape;190;p31"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91" name="Google Shape;191;p31"/>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192" name="Google Shape;192;p31"/>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3" name="Google Shape;193;p31"/>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4" name="Google Shape;194;p31"/>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5" name="Google Shape;195;p31"/>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bbio (Interior)">
  <p:cSld name="Babbio (Interior)">
    <p:spTree>
      <p:nvGrpSpPr>
        <p:cNvPr id="1" name="Shape 196"/>
        <p:cNvGrpSpPr/>
        <p:nvPr/>
      </p:nvGrpSpPr>
      <p:grpSpPr>
        <a:xfrm>
          <a:off x="0" y="0"/>
          <a:ext cx="0" cy="0"/>
          <a:chOff x="0" y="0"/>
          <a:chExt cx="0" cy="0"/>
        </a:xfrm>
      </p:grpSpPr>
      <p:pic>
        <p:nvPicPr>
          <p:cNvPr id="197" name="Google Shape;197;p32"/>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198" name="Google Shape;198;p32"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199" name="Google Shape;199;p32"/>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200" name="Google Shape;200;p32"/>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1" name="Google Shape;201;p32"/>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02" name="Google Shape;202;p32"/>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03" name="Google Shape;203;p32"/>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EAS">
  <p:cSld name="EAS">
    <p:spTree>
      <p:nvGrpSpPr>
        <p:cNvPr id="1" name="Shape 204"/>
        <p:cNvGrpSpPr/>
        <p:nvPr/>
      </p:nvGrpSpPr>
      <p:grpSpPr>
        <a:xfrm>
          <a:off x="0" y="0"/>
          <a:ext cx="0" cy="0"/>
          <a:chOff x="0" y="0"/>
          <a:chExt cx="0" cy="0"/>
        </a:xfrm>
      </p:grpSpPr>
      <p:pic>
        <p:nvPicPr>
          <p:cNvPr id="205" name="Google Shape;205;p33"/>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206" name="Google Shape;206;p33"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207" name="Google Shape;207;p33"/>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208" name="Google Shape;208;p33"/>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9" name="Google Shape;209;p33"/>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0" name="Google Shape;210;p33"/>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1" name="Google Shape;211;p33"/>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orchbearer">
  <p:cSld name="Torchbearer">
    <p:spTree>
      <p:nvGrpSpPr>
        <p:cNvPr id="1" name="Shape 212"/>
        <p:cNvGrpSpPr/>
        <p:nvPr/>
      </p:nvGrpSpPr>
      <p:grpSpPr>
        <a:xfrm>
          <a:off x="0" y="0"/>
          <a:ext cx="0" cy="0"/>
          <a:chOff x="0" y="0"/>
          <a:chExt cx="0" cy="0"/>
        </a:xfrm>
      </p:grpSpPr>
      <p:pic>
        <p:nvPicPr>
          <p:cNvPr id="213" name="Google Shape;213;p34"/>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214" name="Google Shape;214;p34"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215" name="Google Shape;215;p34"/>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216" name="Google Shape;216;p34"/>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7" name="Google Shape;217;p34"/>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8" name="Google Shape;218;p34"/>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9" name="Google Shape;219;p34"/>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Housing">
  <p:cSld name="Housing">
    <p:spTree>
      <p:nvGrpSpPr>
        <p:cNvPr id="1" name="Shape 220"/>
        <p:cNvGrpSpPr/>
        <p:nvPr/>
      </p:nvGrpSpPr>
      <p:grpSpPr>
        <a:xfrm>
          <a:off x="0" y="0"/>
          <a:ext cx="0" cy="0"/>
          <a:chOff x="0" y="0"/>
          <a:chExt cx="0" cy="0"/>
        </a:xfrm>
      </p:grpSpPr>
      <p:pic>
        <p:nvPicPr>
          <p:cNvPr id="221" name="Google Shape;221;p35"/>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222" name="Google Shape;222;p35"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223" name="Google Shape;223;p35"/>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224" name="Google Shape;224;p35"/>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5" name="Google Shape;225;p35"/>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6" name="Google Shape;226;p35"/>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7" name="Google Shape;227;p35"/>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NYC">
  <p:cSld name="NYC">
    <p:spTree>
      <p:nvGrpSpPr>
        <p:cNvPr id="1" name="Shape 228"/>
        <p:cNvGrpSpPr/>
        <p:nvPr/>
      </p:nvGrpSpPr>
      <p:grpSpPr>
        <a:xfrm>
          <a:off x="0" y="0"/>
          <a:ext cx="0" cy="0"/>
          <a:chOff x="0" y="0"/>
          <a:chExt cx="0" cy="0"/>
        </a:xfrm>
      </p:grpSpPr>
      <p:pic>
        <p:nvPicPr>
          <p:cNvPr id="229" name="Google Shape;229;p36"/>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230" name="Google Shape;230;p36"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231" name="Google Shape;231;p36"/>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232" name="Google Shape;232;p36"/>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3" name="Google Shape;233;p36"/>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34" name="Google Shape;234;p36"/>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35" name="Google Shape;235;p36"/>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ioMed">
  <p:cSld name="BioMed">
    <p:spTree>
      <p:nvGrpSpPr>
        <p:cNvPr id="1" name="Shape 236"/>
        <p:cNvGrpSpPr/>
        <p:nvPr/>
      </p:nvGrpSpPr>
      <p:grpSpPr>
        <a:xfrm>
          <a:off x="0" y="0"/>
          <a:ext cx="0" cy="0"/>
          <a:chOff x="0" y="0"/>
          <a:chExt cx="0" cy="0"/>
        </a:xfrm>
      </p:grpSpPr>
      <p:pic>
        <p:nvPicPr>
          <p:cNvPr id="237" name="Google Shape;237;p37"/>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238" name="Google Shape;238;p37"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239" name="Google Shape;239;p37"/>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240" name="Google Shape;240;p37"/>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41" name="Google Shape;241;p37"/>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2" name="Google Shape;242;p37"/>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3" name="Google Shape;243;p37"/>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Finance">
  <p:cSld name="Finance">
    <p:spTree>
      <p:nvGrpSpPr>
        <p:cNvPr id="1" name="Shape 244"/>
        <p:cNvGrpSpPr/>
        <p:nvPr/>
      </p:nvGrpSpPr>
      <p:grpSpPr>
        <a:xfrm>
          <a:off x="0" y="0"/>
          <a:ext cx="0" cy="0"/>
          <a:chOff x="0" y="0"/>
          <a:chExt cx="0" cy="0"/>
        </a:xfrm>
      </p:grpSpPr>
      <p:pic>
        <p:nvPicPr>
          <p:cNvPr id="245" name="Google Shape;245;p38"/>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246" name="Google Shape;246;p38"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247" name="Google Shape;247;p38"/>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248" name="Google Shape;248;p38"/>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49" name="Google Shape;249;p38"/>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0" name="Google Shape;250;p38"/>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1" name="Google Shape;251;p38"/>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Data">
  <p:cSld name="Data">
    <p:spTree>
      <p:nvGrpSpPr>
        <p:cNvPr id="1" name="Shape 252"/>
        <p:cNvGrpSpPr/>
        <p:nvPr/>
      </p:nvGrpSpPr>
      <p:grpSpPr>
        <a:xfrm>
          <a:off x="0" y="0"/>
          <a:ext cx="0" cy="0"/>
          <a:chOff x="0" y="0"/>
          <a:chExt cx="0" cy="0"/>
        </a:xfrm>
      </p:grpSpPr>
      <p:pic>
        <p:nvPicPr>
          <p:cNvPr id="253" name="Google Shape;253;p39"/>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254" name="Google Shape;254;p39"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255" name="Google Shape;255;p39"/>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256" name="Google Shape;256;p39"/>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7" name="Google Shape;257;p39"/>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8" name="Google Shape;258;p39"/>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9" name="Google Shape;259;p39"/>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Gears">
  <p:cSld name="Gears">
    <p:spTree>
      <p:nvGrpSpPr>
        <p:cNvPr id="1" name="Shape 260"/>
        <p:cNvGrpSpPr/>
        <p:nvPr/>
      </p:nvGrpSpPr>
      <p:grpSpPr>
        <a:xfrm>
          <a:off x="0" y="0"/>
          <a:ext cx="0" cy="0"/>
          <a:chOff x="0" y="0"/>
          <a:chExt cx="0" cy="0"/>
        </a:xfrm>
      </p:grpSpPr>
      <p:pic>
        <p:nvPicPr>
          <p:cNvPr id="261" name="Google Shape;261;p40"/>
          <p:cNvPicPr preferRelativeResize="0"/>
          <p:nvPr/>
        </p:nvPicPr>
        <p:blipFill rotWithShape="1">
          <a:blip r:embed="rId2">
            <a:alphaModFix/>
          </a:blip>
          <a:srcRect/>
          <a:stretch/>
        </p:blipFill>
        <p:spPr>
          <a:xfrm>
            <a:off x="0" y="0"/>
            <a:ext cx="9144000" cy="6858000"/>
          </a:xfrm>
          <a:prstGeom prst="rect">
            <a:avLst/>
          </a:prstGeom>
          <a:noFill/>
          <a:ln>
            <a:noFill/>
          </a:ln>
        </p:spPr>
      </p:pic>
      <p:pic>
        <p:nvPicPr>
          <p:cNvPr id="262" name="Google Shape;262;p40"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pic>
        <p:nvPicPr>
          <p:cNvPr id="263" name="Google Shape;263;p40"/>
          <p:cNvPicPr preferRelativeResize="0"/>
          <p:nvPr/>
        </p:nvPicPr>
        <p:blipFill rotWithShape="1">
          <a:blip r:embed="rId4">
            <a:alphaModFix/>
          </a:blip>
          <a:srcRect/>
          <a:stretch/>
        </p:blipFill>
        <p:spPr>
          <a:xfrm>
            <a:off x="0" y="6272784"/>
            <a:ext cx="9144000" cy="585216"/>
          </a:xfrm>
          <a:prstGeom prst="rect">
            <a:avLst/>
          </a:prstGeom>
          <a:noFill/>
          <a:ln>
            <a:noFill/>
          </a:ln>
        </p:spPr>
      </p:pic>
      <p:sp>
        <p:nvSpPr>
          <p:cNvPr id="264" name="Google Shape;264;p40"/>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5" name="Google Shape;265;p40"/>
          <p:cNvSpPr txBox="1">
            <a:spLocks noGrp="1"/>
          </p:cNvSpPr>
          <p:nvPr>
            <p:ph type="body" idx="1"/>
          </p:nvPr>
        </p:nvSpPr>
        <p:spPr>
          <a:xfrm>
            <a:off x="227013" y="2558866"/>
            <a:ext cx="5648950"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66" name="Google Shape;266;p40"/>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67" name="Google Shape;267;p40"/>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Data">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300000"/>
                    </a14:imgEffect>
                  </a14:imgLayer>
                </a14:imgProps>
              </a:ex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0" name="PPT_Template_Header.png" descr="/Users/jasonrodriguez/Projects/Power Points/FINAL Template/images/images/PPT_Template_Header.png"/>
          <p:cNvPicPr>
            <a:picLocks noChangeAspect="1"/>
          </p:cNvPicPr>
          <p:nvPr userDrawn="1"/>
        </p:nvPicPr>
        <p:blipFill>
          <a:blip r:embed="rId4" r:link="rId5">
            <a:extLst>
              <a:ext uri="{28A0092B-C50C-407E-A947-70E740481C1C}">
                <a14:useLocalDpi xmlns:a14="http://schemas.microsoft.com/office/drawing/2010/main" val="0"/>
              </a:ext>
            </a:extLst>
          </a:blip>
          <a:stretch>
            <a:fillRect/>
          </a:stretch>
        </p:blipFill>
        <p:spPr>
          <a:xfrm>
            <a:off x="0" y="0"/>
            <a:ext cx="9144000" cy="975360"/>
          </a:xfrm>
          <a:prstGeom prst="rect">
            <a:avLst/>
          </a:prstGeom>
        </p:spPr>
      </p:pic>
      <p:pic>
        <p:nvPicPr>
          <p:cNvPr id="9" name="PPT_Template_Footer.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6272784"/>
            <a:ext cx="9144000" cy="585216"/>
          </a:xfrm>
          <a:prstGeom prst="rect">
            <a:avLst/>
          </a:prstGeom>
        </p:spPr>
      </p:pic>
      <p:sp>
        <p:nvSpPr>
          <p:cNvPr id="17" name="Title 1"/>
          <p:cNvSpPr>
            <a:spLocks noGrp="1"/>
          </p:cNvSpPr>
          <p:nvPr>
            <p:ph type="title" hasCustomPrompt="1"/>
          </p:nvPr>
        </p:nvSpPr>
        <p:spPr>
          <a:xfrm>
            <a:off x="227013" y="274638"/>
            <a:ext cx="7923694" cy="1143000"/>
          </a:xfrm>
          <a:prstGeom prst="rect">
            <a:avLst/>
          </a:prstGeom>
        </p:spPr>
        <p:txBody>
          <a:bodyPr/>
          <a:lstStyle/>
          <a:p>
            <a:r>
              <a:rPr lang="en-US" dirty="0"/>
              <a:t>Insert Slide Title Line 1</a:t>
            </a:r>
            <a:br>
              <a:rPr lang="en-US" dirty="0"/>
            </a:br>
            <a:r>
              <a:rPr lang="en-US" dirty="0"/>
              <a:t>Insert Slide Title Line 2</a:t>
            </a:r>
          </a:p>
        </p:txBody>
      </p:sp>
      <p:sp>
        <p:nvSpPr>
          <p:cNvPr id="19" name="Text Placeholder 2"/>
          <p:cNvSpPr>
            <a:spLocks noGrp="1"/>
          </p:cNvSpPr>
          <p:nvPr>
            <p:ph type="body" sz="quarter" idx="12" hasCustomPrompt="1"/>
          </p:nvPr>
        </p:nvSpPr>
        <p:spPr>
          <a:xfrm>
            <a:off x="227013" y="2558866"/>
            <a:ext cx="5648950" cy="3535027"/>
          </a:xfrm>
          <a:prstGeom prst="rect">
            <a:avLst/>
          </a:prstGeom>
        </p:spPr>
        <p:txBody>
          <a:bodyPr vert="horz"/>
          <a:lstStyle>
            <a:lvl1pPr marL="285750" indent="-285750">
              <a:spcBef>
                <a:spcPts val="0"/>
              </a:spcBef>
              <a:spcAft>
                <a:spcPts val="1200"/>
              </a:spcAft>
              <a:buFont typeface="Arial" panose="020B0604020202020204" pitchFamily="34" charset="0"/>
              <a:buChar char="•"/>
              <a:defRPr sz="1800"/>
            </a:lvl1pPr>
            <a:lvl2pPr marL="742950" indent="-285750">
              <a:spcBef>
                <a:spcPts val="0"/>
              </a:spcBef>
              <a:spcAft>
                <a:spcPts val="1200"/>
              </a:spcAft>
              <a:buFont typeface="Arial"/>
              <a:buChar char="•"/>
              <a:defRPr sz="1600"/>
            </a:lvl2pPr>
            <a:lvl3pPr marL="1143000" indent="-228600">
              <a:spcBef>
                <a:spcPts val="0"/>
              </a:spcBef>
              <a:spcAft>
                <a:spcPts val="1200"/>
              </a:spcAft>
              <a:buFont typeface="Arial"/>
              <a:buChar char="•"/>
              <a:defRPr sz="1400" baseline="0"/>
            </a:lvl3pPr>
            <a:lvl4pPr marL="1657350" indent="-285750">
              <a:spcBef>
                <a:spcPts val="0"/>
              </a:spcBef>
              <a:spcAft>
                <a:spcPts val="1200"/>
              </a:spcAft>
              <a:buFont typeface="Arial"/>
              <a:buChar char="•"/>
              <a:defRPr sz="1200" baseline="0"/>
            </a:lvl4pPr>
            <a:lvl5pPr marL="2057400" indent="-228600">
              <a:spcBef>
                <a:spcPts val="0"/>
              </a:spcBef>
              <a:spcAft>
                <a:spcPts val="1200"/>
              </a:spcAft>
              <a:buFont typeface="Arial"/>
              <a:buChar char="•"/>
              <a:defRPr sz="1000"/>
            </a:lvl5pPr>
          </a:lstStyle>
          <a:p>
            <a:pPr lvl="0"/>
            <a:r>
              <a:rPr lang="en-US" dirty="0"/>
              <a:t>Insert Bullets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4"/>
          <p:cNvSpPr>
            <a:spLocks noGrp="1"/>
          </p:cNvSpPr>
          <p:nvPr>
            <p:ph type="body" sz="quarter" idx="13" hasCustomPrompt="1"/>
          </p:nvPr>
        </p:nvSpPr>
        <p:spPr>
          <a:xfrm>
            <a:off x="227013" y="1585821"/>
            <a:ext cx="8691562" cy="804862"/>
          </a:xfrm>
          <a:prstGeom prst="rect">
            <a:avLst/>
          </a:prstGeom>
        </p:spPr>
        <p:txBody>
          <a:bodyPr vert="horz" anchor="ctr"/>
          <a:lstStyle>
            <a:lvl1pPr marL="0" indent="0">
              <a:buNone/>
              <a:defRPr sz="2400"/>
            </a:lvl1pPr>
            <a:lvl3pPr marL="914400" indent="0">
              <a:buNone/>
              <a:defRPr sz="2700"/>
            </a:lvl3pPr>
            <a:lvl4pPr marL="1371600" indent="0">
              <a:buNone/>
              <a:defRPr sz="2700"/>
            </a:lvl4pPr>
            <a:lvl5pPr marL="1828800" indent="0">
              <a:buNone/>
              <a:defRPr sz="2700"/>
            </a:lvl5pPr>
          </a:lstStyle>
          <a:p>
            <a:r>
              <a:rPr lang="en-US" dirty="0"/>
              <a:t>Insert Subhead Line 1</a:t>
            </a:r>
            <a:br>
              <a:rPr lang="en-US" dirty="0"/>
            </a:br>
            <a:r>
              <a:rPr lang="en-US" dirty="0"/>
              <a:t>Insert Subhead Line 2</a:t>
            </a:r>
          </a:p>
        </p:txBody>
      </p:sp>
      <p:sp>
        <p:nvSpPr>
          <p:cNvPr id="11" name="Slide Number Placeholder 1"/>
          <p:cNvSpPr>
            <a:spLocks noGrp="1"/>
          </p:cNvSpPr>
          <p:nvPr>
            <p:ph type="sldNum" sz="quarter" idx="4"/>
          </p:nvPr>
        </p:nvSpPr>
        <p:spPr>
          <a:xfrm>
            <a:off x="8708569" y="6529849"/>
            <a:ext cx="370115" cy="219294"/>
          </a:xfrm>
          <a:prstGeom prst="rect">
            <a:avLst/>
          </a:prstGeom>
        </p:spPr>
        <p:txBody>
          <a:bodyPr vert="horz" lIns="91440" tIns="45720" rIns="91440" bIns="45720" rtlCol="0" anchor="ctr"/>
          <a:lstStyle>
            <a:lvl1pPr algn="l">
              <a:defRPr sz="1000">
                <a:solidFill>
                  <a:schemeClr val="tx1">
                    <a:tint val="75000"/>
                  </a:schemeClr>
                </a:solidFill>
                <a:latin typeface="Century Gothic"/>
                <a:cs typeface="Century Gothic"/>
              </a:defRPr>
            </a:lvl1pPr>
          </a:lstStyle>
          <a:p>
            <a:fld id="{F6F79CA1-B382-4F43-AD32-0B0E11510FDC}" type="slidenum">
              <a:rPr lang="en-US" smtClean="0"/>
              <a:pPr/>
              <a:t>‹#›</a:t>
            </a:fld>
            <a:endParaRPr lang="en-US" dirty="0"/>
          </a:p>
        </p:txBody>
      </p:sp>
    </p:spTree>
    <p:extLst>
      <p:ext uri="{BB962C8B-B14F-4D97-AF65-F5344CB8AC3E}">
        <p14:creationId xmlns:p14="http://schemas.microsoft.com/office/powerpoint/2010/main" val="40720001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73"/>
        <p:cNvGrpSpPr/>
        <p:nvPr/>
      </p:nvGrpSpPr>
      <p:grpSpPr>
        <a:xfrm>
          <a:off x="0" y="0"/>
          <a:ext cx="0" cy="0"/>
          <a:chOff x="0" y="0"/>
          <a:chExt cx="0" cy="0"/>
        </a:xfrm>
      </p:grpSpPr>
      <p:sp>
        <p:nvSpPr>
          <p:cNvPr id="274" name="Google Shape;274;p42"/>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Break">
  <p:cSld name="Section Break">
    <p:spTree>
      <p:nvGrpSpPr>
        <p:cNvPr id="1" name="Shape 277"/>
        <p:cNvGrpSpPr/>
        <p:nvPr/>
      </p:nvGrpSpPr>
      <p:grpSpPr>
        <a:xfrm>
          <a:off x="0" y="0"/>
          <a:ext cx="0" cy="0"/>
          <a:chOff x="0" y="0"/>
          <a:chExt cx="0" cy="0"/>
        </a:xfrm>
      </p:grpSpPr>
      <p:pic>
        <p:nvPicPr>
          <p:cNvPr id="278" name="Google Shape;278;p44"/>
          <p:cNvPicPr preferRelativeResize="0"/>
          <p:nvPr/>
        </p:nvPicPr>
        <p:blipFill rotWithShape="1">
          <a:blip r:embed="rId2">
            <a:alphaModFix/>
          </a:blip>
          <a:srcRect/>
          <a:stretch/>
        </p:blipFill>
        <p:spPr>
          <a:xfrm>
            <a:off x="0" y="6272784"/>
            <a:ext cx="9144000" cy="585216"/>
          </a:xfrm>
          <a:prstGeom prst="rect">
            <a:avLst/>
          </a:prstGeom>
          <a:noFill/>
          <a:ln>
            <a:noFill/>
          </a:ln>
        </p:spPr>
      </p:pic>
      <p:pic>
        <p:nvPicPr>
          <p:cNvPr id="279" name="Google Shape;279;p44" descr="/Users/jasonrodriguez/Projects/Power Points/FINAL Template/images/images/PPT_Template_Header.png"/>
          <p:cNvPicPr preferRelativeResize="0"/>
          <p:nvPr/>
        </p:nvPicPr>
        <p:blipFill rotWithShape="1">
          <a:blip r:embed="rId3">
            <a:alphaModFix/>
          </a:blip>
          <a:srcRect/>
          <a:stretch/>
        </p:blipFill>
        <p:spPr>
          <a:xfrm>
            <a:off x="0" y="0"/>
            <a:ext cx="9144000" cy="975360"/>
          </a:xfrm>
          <a:prstGeom prst="rect">
            <a:avLst/>
          </a:prstGeom>
          <a:noFill/>
          <a:ln>
            <a:noFill/>
          </a:ln>
        </p:spPr>
      </p:pic>
      <p:sp>
        <p:nvSpPr>
          <p:cNvPr id="280" name="Google Shape;280;p44"/>
          <p:cNvSpPr txBox="1">
            <a:spLocks noGrp="1"/>
          </p:cNvSpPr>
          <p:nvPr>
            <p:ph type="body" idx="1"/>
          </p:nvPr>
        </p:nvSpPr>
        <p:spPr>
          <a:xfrm>
            <a:off x="161128" y="2423885"/>
            <a:ext cx="8805158" cy="1907234"/>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20"/>
              </a:spcBef>
              <a:spcAft>
                <a:spcPts val="0"/>
              </a:spcAft>
              <a:buClr>
                <a:schemeClr val="dk1"/>
              </a:buClr>
              <a:buSzPts val="3600"/>
              <a:buFont typeface="Arial"/>
              <a:buNone/>
              <a:defRPr sz="3600" b="1"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81" name="Google Shape;281;p44"/>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Break w/ Image">
  <p:cSld name="Section Break w/ Image">
    <p:spTree>
      <p:nvGrpSpPr>
        <p:cNvPr id="1" name="Shape 282"/>
        <p:cNvGrpSpPr/>
        <p:nvPr/>
      </p:nvGrpSpPr>
      <p:grpSpPr>
        <a:xfrm>
          <a:off x="0" y="0"/>
          <a:ext cx="0" cy="0"/>
          <a:chOff x="0" y="0"/>
          <a:chExt cx="0" cy="0"/>
        </a:xfrm>
      </p:grpSpPr>
      <p:sp>
        <p:nvSpPr>
          <p:cNvPr id="283" name="Google Shape;283;p45"/>
          <p:cNvSpPr>
            <a:spLocks noGrp="1"/>
          </p:cNvSpPr>
          <p:nvPr>
            <p:ph type="pic" idx="2"/>
          </p:nvPr>
        </p:nvSpPr>
        <p:spPr>
          <a:xfrm>
            <a:off x="0" y="0"/>
            <a:ext cx="9144000" cy="5060870"/>
          </a:xfrm>
          <a:prstGeom prst="rect">
            <a:avLst/>
          </a:prstGeom>
          <a:noFill/>
          <a:ln>
            <a:noFill/>
          </a:ln>
        </p:spPr>
        <p:txBody>
          <a:bodyPr spcFirstLastPara="1" wrap="square" lIns="91425" tIns="45700" rIns="91425" bIns="45700" anchor="ctr" anchorCtr="0">
            <a:noAutofit/>
          </a:bodyPr>
          <a:lstStyle>
            <a:lvl1pPr marR="0" lvl="0"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R="0" lvl="2"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R="0" lvl="3"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284" name="Google Shape;284;p45" descr="/Users/jasonrodriguez/Projects/Power Points/FINAL Template/images/images/PPT_Template_Header.png"/>
          <p:cNvPicPr preferRelativeResize="0"/>
          <p:nvPr/>
        </p:nvPicPr>
        <p:blipFill rotWithShape="1">
          <a:blip r:embed="rId2">
            <a:alphaModFix/>
          </a:blip>
          <a:srcRect/>
          <a:stretch/>
        </p:blipFill>
        <p:spPr>
          <a:xfrm>
            <a:off x="0" y="5060870"/>
            <a:ext cx="9144000" cy="975360"/>
          </a:xfrm>
          <a:prstGeom prst="rect">
            <a:avLst/>
          </a:prstGeom>
          <a:noFill/>
          <a:ln>
            <a:noFill/>
          </a:ln>
        </p:spPr>
      </p:pic>
      <p:sp>
        <p:nvSpPr>
          <p:cNvPr id="285" name="Google Shape;285;p45"/>
          <p:cNvSpPr txBox="1">
            <a:spLocks noGrp="1"/>
          </p:cNvSpPr>
          <p:nvPr>
            <p:ph type="body" idx="1"/>
          </p:nvPr>
        </p:nvSpPr>
        <p:spPr>
          <a:xfrm>
            <a:off x="161128" y="5468393"/>
            <a:ext cx="8805158" cy="1175183"/>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780"/>
              </a:spcBef>
              <a:spcAft>
                <a:spcPts val="0"/>
              </a:spcAft>
              <a:buClr>
                <a:schemeClr val="dk1"/>
              </a:buClr>
              <a:buSzPts val="3900"/>
              <a:buFont typeface="Arial"/>
              <a:buNone/>
              <a:defRPr sz="3900" b="1"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290"/>
        <p:cNvGrpSpPr/>
        <p:nvPr/>
      </p:nvGrpSpPr>
      <p:grpSpPr>
        <a:xfrm>
          <a:off x="0" y="0"/>
          <a:ext cx="0" cy="0"/>
          <a:chOff x="0" y="0"/>
          <a:chExt cx="0" cy="0"/>
        </a:xfrm>
      </p:grpSpPr>
      <p:sp>
        <p:nvSpPr>
          <p:cNvPr id="291" name="Google Shape;291;p47"/>
          <p:cNvSpPr txBox="1">
            <a:spLocks noGrp="1"/>
          </p:cNvSpPr>
          <p:nvPr>
            <p:ph type="body" idx="1"/>
          </p:nvPr>
        </p:nvSpPr>
        <p:spPr>
          <a:xfrm>
            <a:off x="743858" y="1570617"/>
            <a:ext cx="7672698" cy="349025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chemeClr val="dk1"/>
              </a:buClr>
              <a:buSzPts val="3600"/>
              <a:buFont typeface="Arial"/>
              <a:buNone/>
              <a:defRPr sz="3600" b="0" i="1"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92" name="Google Shape;292;p47"/>
          <p:cNvSpPr txBox="1">
            <a:spLocks noGrp="1"/>
          </p:cNvSpPr>
          <p:nvPr>
            <p:ph type="body" idx="2"/>
          </p:nvPr>
        </p:nvSpPr>
        <p:spPr>
          <a:xfrm>
            <a:off x="3309938" y="5206137"/>
            <a:ext cx="5565775" cy="897659"/>
          </a:xfrm>
          <a:prstGeom prst="rect">
            <a:avLst/>
          </a:prstGeom>
          <a:noFill/>
          <a:ln>
            <a:noFill/>
          </a:ln>
        </p:spPr>
        <p:txBody>
          <a:bodyPr spcFirstLastPara="1" wrap="square" lIns="91425" tIns="45700" rIns="91425" bIns="45700" anchor="t" anchorCtr="0">
            <a:noAutofit/>
          </a:bodyPr>
          <a:lstStyle>
            <a:lvl1pPr marL="457200" marR="0" lvl="0" indent="-228600" algn="r"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293" name="Google Shape;293;p47" descr="OpenQuote.png"/>
          <p:cNvPicPr preferRelativeResize="0"/>
          <p:nvPr/>
        </p:nvPicPr>
        <p:blipFill rotWithShape="1">
          <a:blip r:embed="rId2">
            <a:alphaModFix/>
          </a:blip>
          <a:srcRect/>
          <a:stretch/>
        </p:blipFill>
        <p:spPr>
          <a:xfrm>
            <a:off x="228600" y="1561545"/>
            <a:ext cx="557893" cy="371928"/>
          </a:xfrm>
          <a:prstGeom prst="rect">
            <a:avLst/>
          </a:prstGeom>
          <a:noFill/>
          <a:ln>
            <a:noFill/>
          </a:ln>
        </p:spPr>
      </p:pic>
      <p:pic>
        <p:nvPicPr>
          <p:cNvPr id="294" name="Google Shape;294;p47" descr="OpenQuote.png"/>
          <p:cNvPicPr preferRelativeResize="0"/>
          <p:nvPr/>
        </p:nvPicPr>
        <p:blipFill rotWithShape="1">
          <a:blip r:embed="rId2">
            <a:alphaModFix/>
          </a:blip>
          <a:srcRect/>
          <a:stretch/>
        </p:blipFill>
        <p:spPr>
          <a:xfrm rot="10800000">
            <a:off x="8320315" y="4701328"/>
            <a:ext cx="557893" cy="371928"/>
          </a:xfrm>
          <a:prstGeom prst="rect">
            <a:avLst/>
          </a:prstGeom>
          <a:noFill/>
          <a:ln>
            <a:noFill/>
          </a:ln>
        </p:spPr>
      </p:pic>
      <p:sp>
        <p:nvSpPr>
          <p:cNvPr id="295" name="Google Shape;295;p47"/>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
        <p:nvSpPr>
          <p:cNvPr id="296" name="Google Shape;296;p47"/>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ullets and 1 Photo w/ Caption">
  <p:cSld name="Bullets and 1 Photo w/ Caption">
    <p:spTree>
      <p:nvGrpSpPr>
        <p:cNvPr id="1" name="Shape 301"/>
        <p:cNvGrpSpPr/>
        <p:nvPr/>
      </p:nvGrpSpPr>
      <p:grpSpPr>
        <a:xfrm>
          <a:off x="0" y="0"/>
          <a:ext cx="0" cy="0"/>
          <a:chOff x="0" y="0"/>
          <a:chExt cx="0" cy="0"/>
        </a:xfrm>
      </p:grpSpPr>
      <p:sp>
        <p:nvSpPr>
          <p:cNvPr id="302" name="Google Shape;302;p49"/>
          <p:cNvSpPr txBox="1">
            <a:spLocks noGrp="1"/>
          </p:cNvSpPr>
          <p:nvPr>
            <p:ph type="body" idx="1"/>
          </p:nvPr>
        </p:nvSpPr>
        <p:spPr>
          <a:xfrm>
            <a:off x="227013" y="2558866"/>
            <a:ext cx="4717335" cy="35350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3" name="Google Shape;303;p49"/>
          <p:cNvSpPr txBox="1">
            <a:spLocks noGrp="1"/>
          </p:cNvSpPr>
          <p:nvPr>
            <p:ph type="body" idx="2"/>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4" name="Google Shape;304;p49"/>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
        <p:nvSpPr>
          <p:cNvPr id="305" name="Google Shape;305;p49"/>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06" name="Google Shape;306;p49"/>
          <p:cNvSpPr>
            <a:spLocks noGrp="1"/>
          </p:cNvSpPr>
          <p:nvPr>
            <p:ph type="pic" idx="3"/>
          </p:nvPr>
        </p:nvSpPr>
        <p:spPr>
          <a:xfrm>
            <a:off x="5162932" y="2558866"/>
            <a:ext cx="3755643" cy="3114821"/>
          </a:xfrm>
          <a:prstGeom prst="rect">
            <a:avLst/>
          </a:prstGeom>
          <a:noFill/>
          <a:ln>
            <a:noFill/>
          </a:ln>
        </p:spPr>
        <p:txBody>
          <a:bodyPr spcFirstLastPara="1" wrap="square" lIns="91425" tIns="45700" rIns="91425" bIns="45700" anchor="ctr" anchorCtr="0">
            <a:noAutofit/>
          </a:bodyPr>
          <a:lstStyle>
            <a:lvl1pPr marR="0" lvl="0"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R="0" lvl="2"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R="0" lvl="3"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7" name="Google Shape;307;p49"/>
          <p:cNvSpPr txBox="1">
            <a:spLocks noGrp="1"/>
          </p:cNvSpPr>
          <p:nvPr>
            <p:ph type="body" idx="4"/>
          </p:nvPr>
        </p:nvSpPr>
        <p:spPr>
          <a:xfrm>
            <a:off x="5162933" y="5766677"/>
            <a:ext cx="3755642" cy="327216"/>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ullets and 2 Photos">
  <p:cSld name="Bullets and 2 Photos">
    <p:spTree>
      <p:nvGrpSpPr>
        <p:cNvPr id="1" name="Shape 308"/>
        <p:cNvGrpSpPr/>
        <p:nvPr/>
      </p:nvGrpSpPr>
      <p:grpSpPr>
        <a:xfrm>
          <a:off x="0" y="0"/>
          <a:ext cx="0" cy="0"/>
          <a:chOff x="0" y="0"/>
          <a:chExt cx="0" cy="0"/>
        </a:xfrm>
      </p:grpSpPr>
      <p:sp>
        <p:nvSpPr>
          <p:cNvPr id="309" name="Google Shape;309;p50"/>
          <p:cNvSpPr>
            <a:spLocks noGrp="1"/>
          </p:cNvSpPr>
          <p:nvPr>
            <p:ph type="pic" idx="2"/>
          </p:nvPr>
        </p:nvSpPr>
        <p:spPr>
          <a:xfrm>
            <a:off x="5118100" y="2556650"/>
            <a:ext cx="3755644" cy="1594401"/>
          </a:xfrm>
          <a:prstGeom prst="rect">
            <a:avLst/>
          </a:prstGeom>
          <a:noFill/>
          <a:ln>
            <a:noFill/>
          </a:ln>
        </p:spPr>
        <p:txBody>
          <a:bodyPr spcFirstLastPara="1" wrap="square" lIns="91425" tIns="45700" rIns="91425" bIns="45700" anchor="ctr" anchorCtr="0">
            <a:noAutofit/>
          </a:bodyPr>
          <a:lstStyle>
            <a:lvl1pPr marR="0" lvl="0"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R="0" lvl="2"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R="0" lvl="3"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10" name="Google Shape;310;p50"/>
          <p:cNvSpPr txBox="1">
            <a:spLocks noGrp="1"/>
          </p:cNvSpPr>
          <p:nvPr>
            <p:ph type="body" idx="1"/>
          </p:nvPr>
        </p:nvSpPr>
        <p:spPr>
          <a:xfrm>
            <a:off x="227013" y="2556650"/>
            <a:ext cx="4679423" cy="3354960"/>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11" name="Google Shape;311;p50"/>
          <p:cNvSpPr>
            <a:spLocks noGrp="1"/>
          </p:cNvSpPr>
          <p:nvPr>
            <p:ph type="pic" idx="3"/>
          </p:nvPr>
        </p:nvSpPr>
        <p:spPr>
          <a:xfrm>
            <a:off x="5118100" y="4309948"/>
            <a:ext cx="3755644" cy="1594401"/>
          </a:xfrm>
          <a:prstGeom prst="rect">
            <a:avLst/>
          </a:prstGeom>
          <a:noFill/>
          <a:ln>
            <a:noFill/>
          </a:ln>
        </p:spPr>
        <p:txBody>
          <a:bodyPr spcFirstLastPara="1" wrap="square" lIns="91425" tIns="45700" rIns="91425" bIns="45700" anchor="ctr" anchorCtr="0">
            <a:noAutofit/>
          </a:bodyPr>
          <a:lstStyle>
            <a:lvl1pPr marR="0" lvl="0"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R="0" lvl="2"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R="0" lvl="3"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12" name="Google Shape;312;p50"/>
          <p:cNvSpPr txBox="1">
            <a:spLocks noGrp="1"/>
          </p:cNvSpPr>
          <p:nvPr>
            <p:ph type="body" idx="4"/>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540"/>
              </a:spcBef>
              <a:spcAft>
                <a:spcPts val="0"/>
              </a:spcAft>
              <a:buClr>
                <a:schemeClr val="dk1"/>
              </a:buClr>
              <a:buSzPts val="2700"/>
              <a:buFont typeface="Arial"/>
              <a:buNone/>
              <a:defRPr sz="27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13" name="Google Shape;313;p50"/>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
        <p:nvSpPr>
          <p:cNvPr id="314" name="Google Shape;314;p50"/>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ullets and 4 Photos">
  <p:cSld name="Bullets and 4 Photos">
    <p:spTree>
      <p:nvGrpSpPr>
        <p:cNvPr id="1" name="Shape 315"/>
        <p:cNvGrpSpPr/>
        <p:nvPr/>
      </p:nvGrpSpPr>
      <p:grpSpPr>
        <a:xfrm>
          <a:off x="0" y="0"/>
          <a:ext cx="0" cy="0"/>
          <a:chOff x="0" y="0"/>
          <a:chExt cx="0" cy="0"/>
        </a:xfrm>
      </p:grpSpPr>
      <p:sp>
        <p:nvSpPr>
          <p:cNvPr id="316" name="Google Shape;316;p51"/>
          <p:cNvSpPr>
            <a:spLocks noGrp="1"/>
          </p:cNvSpPr>
          <p:nvPr>
            <p:ph type="pic" idx="2"/>
          </p:nvPr>
        </p:nvSpPr>
        <p:spPr>
          <a:xfrm>
            <a:off x="5067207" y="1573229"/>
            <a:ext cx="1851807" cy="2236639"/>
          </a:xfrm>
          <a:prstGeom prst="rect">
            <a:avLst/>
          </a:prstGeom>
          <a:noFill/>
          <a:ln>
            <a:noFill/>
          </a:ln>
        </p:spPr>
        <p:txBody>
          <a:bodyPr spcFirstLastPara="1" wrap="square" lIns="91425" tIns="45700" rIns="91425" bIns="45700" anchor="ctr" anchorCtr="0">
            <a:noAutofit/>
          </a:bodyPr>
          <a:lstStyle>
            <a:lvl1pPr marR="0" lvl="0"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R="0" lvl="2"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R="0" lvl="3"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17" name="Google Shape;317;p51"/>
          <p:cNvSpPr txBox="1">
            <a:spLocks noGrp="1"/>
          </p:cNvSpPr>
          <p:nvPr>
            <p:ph type="body" idx="1"/>
          </p:nvPr>
        </p:nvSpPr>
        <p:spPr>
          <a:xfrm>
            <a:off x="227013" y="1573229"/>
            <a:ext cx="4688901" cy="4520664"/>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spcBef>
                <a:spcPts val="1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spcBef>
                <a:spcPts val="1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spcBef>
                <a:spcPts val="12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spcBef>
                <a:spcPts val="12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18" name="Google Shape;318;p51"/>
          <p:cNvSpPr>
            <a:spLocks noGrp="1"/>
          </p:cNvSpPr>
          <p:nvPr>
            <p:ph type="pic" idx="3"/>
          </p:nvPr>
        </p:nvSpPr>
        <p:spPr>
          <a:xfrm>
            <a:off x="7023274" y="1573229"/>
            <a:ext cx="1839493" cy="2236639"/>
          </a:xfrm>
          <a:prstGeom prst="rect">
            <a:avLst/>
          </a:prstGeom>
          <a:noFill/>
          <a:ln>
            <a:noFill/>
          </a:ln>
        </p:spPr>
        <p:txBody>
          <a:bodyPr spcFirstLastPara="1" wrap="square" lIns="91425" tIns="45700" rIns="91425" bIns="45700" anchor="ctr" anchorCtr="0">
            <a:noAutofit/>
          </a:bodyPr>
          <a:lstStyle>
            <a:lvl1pPr marR="0" lvl="0"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R="0" lvl="2"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R="0" lvl="3"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19" name="Google Shape;319;p51"/>
          <p:cNvSpPr>
            <a:spLocks noGrp="1"/>
          </p:cNvSpPr>
          <p:nvPr>
            <p:ph type="pic" idx="4"/>
          </p:nvPr>
        </p:nvSpPr>
        <p:spPr>
          <a:xfrm>
            <a:off x="5067207" y="3914118"/>
            <a:ext cx="1851807" cy="2189253"/>
          </a:xfrm>
          <a:prstGeom prst="rect">
            <a:avLst/>
          </a:prstGeom>
          <a:noFill/>
          <a:ln>
            <a:noFill/>
          </a:ln>
        </p:spPr>
        <p:txBody>
          <a:bodyPr spcFirstLastPara="1" wrap="square" lIns="91425" tIns="45700" rIns="91425" bIns="45700" anchor="ctr" anchorCtr="0">
            <a:noAutofit/>
          </a:bodyPr>
          <a:lstStyle>
            <a:lvl1pPr marR="0" lvl="0"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R="0" lvl="2"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R="0" lvl="3"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20" name="Google Shape;320;p51"/>
          <p:cNvSpPr>
            <a:spLocks noGrp="1"/>
          </p:cNvSpPr>
          <p:nvPr>
            <p:ph type="pic" idx="5"/>
          </p:nvPr>
        </p:nvSpPr>
        <p:spPr>
          <a:xfrm>
            <a:off x="7023274" y="3914118"/>
            <a:ext cx="1839493" cy="2189253"/>
          </a:xfrm>
          <a:prstGeom prst="rect">
            <a:avLst/>
          </a:prstGeom>
          <a:noFill/>
          <a:ln>
            <a:noFill/>
          </a:ln>
        </p:spPr>
        <p:txBody>
          <a:bodyPr spcFirstLastPara="1" wrap="square" lIns="91425" tIns="45700" rIns="91425" bIns="45700" anchor="ctr" anchorCtr="0">
            <a:noAutofit/>
          </a:bodyPr>
          <a:lstStyle>
            <a:lvl1pPr marR="0" lvl="0"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R="0" lvl="2"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R="0" lvl="3"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21" name="Google Shape;321;p51"/>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
        <p:nvSpPr>
          <p:cNvPr id="322" name="Google Shape;322;p51"/>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3 Photo Grid w/ Caption">
  <p:cSld name="3 Photo Grid w/ Caption">
    <p:spTree>
      <p:nvGrpSpPr>
        <p:cNvPr id="1" name="Shape 323"/>
        <p:cNvGrpSpPr/>
        <p:nvPr/>
      </p:nvGrpSpPr>
      <p:grpSpPr>
        <a:xfrm>
          <a:off x="0" y="0"/>
          <a:ext cx="0" cy="0"/>
          <a:chOff x="0" y="0"/>
          <a:chExt cx="0" cy="0"/>
        </a:xfrm>
      </p:grpSpPr>
      <p:sp>
        <p:nvSpPr>
          <p:cNvPr id="324" name="Google Shape;324;p52"/>
          <p:cNvSpPr>
            <a:spLocks noGrp="1"/>
          </p:cNvSpPr>
          <p:nvPr>
            <p:ph type="pic" idx="2"/>
          </p:nvPr>
        </p:nvSpPr>
        <p:spPr>
          <a:xfrm>
            <a:off x="239486" y="1844679"/>
            <a:ext cx="4557485" cy="4116584"/>
          </a:xfrm>
          <a:prstGeom prst="rect">
            <a:avLst/>
          </a:prstGeom>
          <a:noFill/>
          <a:ln>
            <a:noFill/>
          </a:ln>
        </p:spPr>
        <p:txBody>
          <a:bodyPr spcFirstLastPara="1" wrap="square" lIns="91425" tIns="45700" rIns="91425" bIns="45700" anchor="ctr" anchorCtr="0">
            <a:noAutofit/>
          </a:bodyPr>
          <a:lstStyle>
            <a:lvl1pPr marR="0" lvl="0"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R="0" lvl="2"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R="0" lvl="3"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25" name="Google Shape;325;p52"/>
          <p:cNvSpPr>
            <a:spLocks noGrp="1"/>
          </p:cNvSpPr>
          <p:nvPr>
            <p:ph type="pic" idx="3"/>
          </p:nvPr>
        </p:nvSpPr>
        <p:spPr>
          <a:xfrm>
            <a:off x="4884057" y="3956507"/>
            <a:ext cx="2220685" cy="2005851"/>
          </a:xfrm>
          <a:prstGeom prst="rect">
            <a:avLst/>
          </a:prstGeom>
          <a:noFill/>
          <a:ln>
            <a:noFill/>
          </a:ln>
        </p:spPr>
        <p:txBody>
          <a:bodyPr spcFirstLastPara="1" wrap="square" lIns="91425" tIns="45700" rIns="91425" bIns="45700" anchor="ctr" anchorCtr="0">
            <a:noAutofit/>
          </a:bodyPr>
          <a:lstStyle>
            <a:lvl1pPr marR="0" lvl="0"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R="0" lvl="2"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R="0" lvl="3"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26" name="Google Shape;326;p52"/>
          <p:cNvSpPr>
            <a:spLocks noGrp="1"/>
          </p:cNvSpPr>
          <p:nvPr>
            <p:ph type="pic" idx="4"/>
          </p:nvPr>
        </p:nvSpPr>
        <p:spPr>
          <a:xfrm>
            <a:off x="4884057" y="1844679"/>
            <a:ext cx="2220685" cy="2005851"/>
          </a:xfrm>
          <a:prstGeom prst="rect">
            <a:avLst/>
          </a:prstGeom>
          <a:noFill/>
          <a:ln>
            <a:noFill/>
          </a:ln>
        </p:spPr>
        <p:txBody>
          <a:bodyPr spcFirstLastPara="1" wrap="square" lIns="91425" tIns="45700" rIns="91425" bIns="45700" anchor="ctr" anchorCtr="0">
            <a:noAutofit/>
          </a:bodyPr>
          <a:lstStyle>
            <a:lvl1pPr marR="0" lvl="0"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R="0" lvl="2"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R="0" lvl="3"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27" name="Google Shape;327;p52"/>
          <p:cNvSpPr txBox="1">
            <a:spLocks noGrp="1"/>
          </p:cNvSpPr>
          <p:nvPr>
            <p:ph type="body" idx="1"/>
          </p:nvPr>
        </p:nvSpPr>
        <p:spPr>
          <a:xfrm>
            <a:off x="7206343" y="1844681"/>
            <a:ext cx="1720170" cy="329497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28" name="Google Shape;328;p52"/>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
        <p:nvSpPr>
          <p:cNvPr id="329" name="Google Shape;329;p52"/>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6 Photo Grid w/ Caption">
  <p:cSld name="6 Photo Grid w/ Caption">
    <p:spTree>
      <p:nvGrpSpPr>
        <p:cNvPr id="1" name="Shape 330"/>
        <p:cNvGrpSpPr/>
        <p:nvPr/>
      </p:nvGrpSpPr>
      <p:grpSpPr>
        <a:xfrm>
          <a:off x="0" y="0"/>
          <a:ext cx="0" cy="0"/>
          <a:chOff x="0" y="0"/>
          <a:chExt cx="0" cy="0"/>
        </a:xfrm>
      </p:grpSpPr>
      <p:sp>
        <p:nvSpPr>
          <p:cNvPr id="331" name="Google Shape;331;p53"/>
          <p:cNvSpPr>
            <a:spLocks noGrp="1"/>
          </p:cNvSpPr>
          <p:nvPr>
            <p:ph type="pic" idx="2"/>
          </p:nvPr>
        </p:nvSpPr>
        <p:spPr>
          <a:xfrm>
            <a:off x="239486" y="1901542"/>
            <a:ext cx="2075543" cy="1874750"/>
          </a:xfrm>
          <a:prstGeom prst="rect">
            <a:avLst/>
          </a:prstGeom>
          <a:noFill/>
          <a:ln>
            <a:noFill/>
          </a:ln>
        </p:spPr>
        <p:txBody>
          <a:bodyPr spcFirstLastPara="1" wrap="square" lIns="91425" tIns="45700" rIns="91425" bIns="45700" anchor="ctr" anchorCtr="0">
            <a:noAutofit/>
          </a:bodyPr>
          <a:lstStyle>
            <a:lvl1pPr marR="0" lvl="0"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R="0" lvl="2"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R="0" lvl="3"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32" name="Google Shape;332;p53"/>
          <p:cNvSpPr txBox="1">
            <a:spLocks noGrp="1"/>
          </p:cNvSpPr>
          <p:nvPr>
            <p:ph type="body" idx="1"/>
          </p:nvPr>
        </p:nvSpPr>
        <p:spPr>
          <a:xfrm>
            <a:off x="6792686" y="1901543"/>
            <a:ext cx="2133827" cy="329497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33" name="Google Shape;333;p53"/>
          <p:cNvSpPr>
            <a:spLocks noGrp="1"/>
          </p:cNvSpPr>
          <p:nvPr>
            <p:ph type="pic" idx="3"/>
          </p:nvPr>
        </p:nvSpPr>
        <p:spPr>
          <a:xfrm>
            <a:off x="239486" y="3897256"/>
            <a:ext cx="2075543" cy="1874750"/>
          </a:xfrm>
          <a:prstGeom prst="rect">
            <a:avLst/>
          </a:prstGeom>
          <a:noFill/>
          <a:ln>
            <a:noFill/>
          </a:ln>
        </p:spPr>
        <p:txBody>
          <a:bodyPr spcFirstLastPara="1" wrap="square" lIns="91425" tIns="45700" rIns="91425" bIns="45700" anchor="ctr" anchorCtr="0">
            <a:noAutofit/>
          </a:bodyPr>
          <a:lstStyle>
            <a:lvl1pPr marR="0" lvl="0"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R="0" lvl="2"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R="0" lvl="3"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34" name="Google Shape;334;p53"/>
          <p:cNvSpPr>
            <a:spLocks noGrp="1"/>
          </p:cNvSpPr>
          <p:nvPr>
            <p:ph type="pic" idx="4"/>
          </p:nvPr>
        </p:nvSpPr>
        <p:spPr>
          <a:xfrm>
            <a:off x="2416629" y="1901542"/>
            <a:ext cx="2075543" cy="1874750"/>
          </a:xfrm>
          <a:prstGeom prst="rect">
            <a:avLst/>
          </a:prstGeom>
          <a:noFill/>
          <a:ln>
            <a:noFill/>
          </a:ln>
        </p:spPr>
        <p:txBody>
          <a:bodyPr spcFirstLastPara="1" wrap="square" lIns="91425" tIns="45700" rIns="91425" bIns="45700" anchor="ctr" anchorCtr="0">
            <a:noAutofit/>
          </a:bodyPr>
          <a:lstStyle>
            <a:lvl1pPr marR="0" lvl="0"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R="0" lvl="2"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R="0" lvl="3"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35" name="Google Shape;335;p53"/>
          <p:cNvSpPr>
            <a:spLocks noGrp="1"/>
          </p:cNvSpPr>
          <p:nvPr>
            <p:ph type="pic" idx="5"/>
          </p:nvPr>
        </p:nvSpPr>
        <p:spPr>
          <a:xfrm>
            <a:off x="2416629" y="3897256"/>
            <a:ext cx="2075543" cy="1874750"/>
          </a:xfrm>
          <a:prstGeom prst="rect">
            <a:avLst/>
          </a:prstGeom>
          <a:noFill/>
          <a:ln>
            <a:noFill/>
          </a:ln>
        </p:spPr>
        <p:txBody>
          <a:bodyPr spcFirstLastPara="1" wrap="square" lIns="91425" tIns="45700" rIns="91425" bIns="45700" anchor="ctr" anchorCtr="0">
            <a:noAutofit/>
          </a:bodyPr>
          <a:lstStyle>
            <a:lvl1pPr marR="0" lvl="0"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R="0" lvl="2"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R="0" lvl="3"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36" name="Google Shape;336;p53"/>
          <p:cNvSpPr>
            <a:spLocks noGrp="1"/>
          </p:cNvSpPr>
          <p:nvPr>
            <p:ph type="pic" idx="6"/>
          </p:nvPr>
        </p:nvSpPr>
        <p:spPr>
          <a:xfrm>
            <a:off x="4593771" y="1901542"/>
            <a:ext cx="2075543" cy="1874750"/>
          </a:xfrm>
          <a:prstGeom prst="rect">
            <a:avLst/>
          </a:prstGeom>
          <a:noFill/>
          <a:ln>
            <a:noFill/>
          </a:ln>
        </p:spPr>
        <p:txBody>
          <a:bodyPr spcFirstLastPara="1" wrap="square" lIns="91425" tIns="45700" rIns="91425" bIns="45700" anchor="ctr" anchorCtr="0">
            <a:noAutofit/>
          </a:bodyPr>
          <a:lstStyle>
            <a:lvl1pPr marR="0" lvl="0"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R="0" lvl="2"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R="0" lvl="3"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37" name="Google Shape;337;p53"/>
          <p:cNvSpPr>
            <a:spLocks noGrp="1"/>
          </p:cNvSpPr>
          <p:nvPr>
            <p:ph type="pic" idx="7"/>
          </p:nvPr>
        </p:nvSpPr>
        <p:spPr>
          <a:xfrm>
            <a:off x="4593771" y="3897256"/>
            <a:ext cx="2075543" cy="1874750"/>
          </a:xfrm>
          <a:prstGeom prst="rect">
            <a:avLst/>
          </a:prstGeom>
          <a:noFill/>
          <a:ln>
            <a:noFill/>
          </a:ln>
        </p:spPr>
        <p:txBody>
          <a:bodyPr spcFirstLastPara="1" wrap="square" lIns="91425" tIns="45700" rIns="91425" bIns="45700" anchor="ctr" anchorCtr="0">
            <a:noAutofit/>
          </a:bodyPr>
          <a:lstStyle>
            <a:lvl1pPr marR="0" lvl="0" algn="ctr" rtl="0">
              <a:spcBef>
                <a:spcPts val="32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R="0" lvl="2"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R="0" lvl="3"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38" name="Google Shape;338;p53"/>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
        <p:nvSpPr>
          <p:cNvPr id="339" name="Google Shape;339;p53"/>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ubhead and Chart w/ Caption Left">
  <p:cSld name="Subhead and Chart w/ Caption Left">
    <p:spTree>
      <p:nvGrpSpPr>
        <p:cNvPr id="1" name="Shape 344"/>
        <p:cNvGrpSpPr/>
        <p:nvPr/>
      </p:nvGrpSpPr>
      <p:grpSpPr>
        <a:xfrm>
          <a:off x="0" y="0"/>
          <a:ext cx="0" cy="0"/>
          <a:chOff x="0" y="0"/>
          <a:chExt cx="0" cy="0"/>
        </a:xfrm>
      </p:grpSpPr>
      <p:sp>
        <p:nvSpPr>
          <p:cNvPr id="345" name="Google Shape;345;p55"/>
          <p:cNvSpPr txBox="1">
            <a:spLocks noGrp="1"/>
          </p:cNvSpPr>
          <p:nvPr>
            <p:ph type="body" idx="1"/>
          </p:nvPr>
        </p:nvSpPr>
        <p:spPr>
          <a:xfrm>
            <a:off x="239486" y="2452914"/>
            <a:ext cx="2271486" cy="319132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46" name="Google Shape;346;p55"/>
          <p:cNvSpPr txBox="1">
            <a:spLocks noGrp="1"/>
          </p:cNvSpPr>
          <p:nvPr>
            <p:ph type="body" idx="2"/>
          </p:nvPr>
        </p:nvSpPr>
        <p:spPr>
          <a:xfrm>
            <a:off x="239939" y="2046288"/>
            <a:ext cx="2263775" cy="276225"/>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320"/>
              </a:spcBef>
              <a:spcAft>
                <a:spcPts val="0"/>
              </a:spcAft>
              <a:buClr>
                <a:schemeClr val="dk1"/>
              </a:buClr>
              <a:buSzPts val="1600"/>
              <a:buFont typeface="Arial"/>
              <a:buNone/>
              <a:defRPr sz="1600" b="1"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47" name="Google Shape;347;p55"/>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
        <p:nvSpPr>
          <p:cNvPr id="348" name="Google Shape;348;p55"/>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49" name="Google Shape;349;p55"/>
          <p:cNvSpPr txBox="1">
            <a:spLocks noGrp="1"/>
          </p:cNvSpPr>
          <p:nvPr>
            <p:ph type="body" idx="3"/>
          </p:nvPr>
        </p:nvSpPr>
        <p:spPr>
          <a:xfrm>
            <a:off x="2652483" y="2046288"/>
            <a:ext cx="6241143" cy="4076700"/>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342900"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2pPr>
            <a:lvl3pPr marL="1371600" marR="0" lvl="2" indent="-330200"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3pPr>
            <a:lvl4pPr marL="1828800" marR="0" lvl="3" indent="-317500" algn="l" rtl="0">
              <a:spcBef>
                <a:spcPts val="28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4pPr>
            <a:lvl5pPr marL="2286000" marR="0" lvl="4" indent="-317500" algn="l" rtl="0">
              <a:spcBef>
                <a:spcPts val="28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ubhead and Chart w/ Caption Right">
  <p:cSld name="Subhead and Chart w/ Caption Right">
    <p:spTree>
      <p:nvGrpSpPr>
        <p:cNvPr id="1" name="Shape 350"/>
        <p:cNvGrpSpPr/>
        <p:nvPr/>
      </p:nvGrpSpPr>
      <p:grpSpPr>
        <a:xfrm>
          <a:off x="0" y="0"/>
          <a:ext cx="0" cy="0"/>
          <a:chOff x="0" y="0"/>
          <a:chExt cx="0" cy="0"/>
        </a:xfrm>
      </p:grpSpPr>
      <p:sp>
        <p:nvSpPr>
          <p:cNvPr id="351" name="Google Shape;351;p56"/>
          <p:cNvSpPr txBox="1">
            <a:spLocks noGrp="1"/>
          </p:cNvSpPr>
          <p:nvPr>
            <p:ph type="body" idx="1"/>
          </p:nvPr>
        </p:nvSpPr>
        <p:spPr>
          <a:xfrm>
            <a:off x="6625772" y="2452914"/>
            <a:ext cx="2271486" cy="319132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52" name="Google Shape;352;p56"/>
          <p:cNvSpPr txBox="1">
            <a:spLocks noGrp="1"/>
          </p:cNvSpPr>
          <p:nvPr>
            <p:ph type="body" idx="2"/>
          </p:nvPr>
        </p:nvSpPr>
        <p:spPr>
          <a:xfrm>
            <a:off x="6626225" y="2046288"/>
            <a:ext cx="2263775" cy="27622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20"/>
              </a:spcBef>
              <a:spcAft>
                <a:spcPts val="0"/>
              </a:spcAft>
              <a:buClr>
                <a:schemeClr val="dk1"/>
              </a:buClr>
              <a:buSzPts val="1600"/>
              <a:buFont typeface="Arial"/>
              <a:buNone/>
              <a:defRPr sz="1600" b="1" i="0" u="none" strike="noStrike" cap="none">
                <a:solidFill>
                  <a:schemeClr val="dk1"/>
                </a:solidFill>
                <a:latin typeface="Century Gothic"/>
                <a:ea typeface="Century Gothic"/>
                <a:cs typeface="Century Gothic"/>
                <a:sym typeface="Century Gothic"/>
              </a:defRPr>
            </a:lvl1pPr>
            <a:lvl2pPr marL="914400" marR="0" lvl="1" indent="-368300" algn="l" rtl="0">
              <a:spcBef>
                <a:spcPts val="440"/>
              </a:spcBef>
              <a:spcAft>
                <a:spcPts val="0"/>
              </a:spcAft>
              <a:buClr>
                <a:schemeClr val="dk1"/>
              </a:buClr>
              <a:buSzPts val="2200"/>
              <a:buFont typeface="Arial"/>
              <a:buChar char="–"/>
              <a:defRPr sz="2200" b="0" i="0" u="none" strike="noStrike" cap="none">
                <a:solidFill>
                  <a:schemeClr val="dk1"/>
                </a:solidFill>
                <a:latin typeface="Century Gothic"/>
                <a:ea typeface="Century Gothic"/>
                <a:cs typeface="Century Gothic"/>
                <a:sym typeface="Century Gothic"/>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53" name="Google Shape;353;p56"/>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
        <p:nvSpPr>
          <p:cNvPr id="354" name="Google Shape;354;p56"/>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5" name="Google Shape;355;p56"/>
          <p:cNvSpPr txBox="1">
            <a:spLocks noGrp="1"/>
          </p:cNvSpPr>
          <p:nvPr>
            <p:ph type="body" idx="3"/>
          </p:nvPr>
        </p:nvSpPr>
        <p:spPr>
          <a:xfrm>
            <a:off x="227013" y="1819728"/>
            <a:ext cx="6253615" cy="4076700"/>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342900"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2pPr>
            <a:lvl3pPr marL="1371600" marR="0" lvl="2" indent="-330200"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3pPr>
            <a:lvl4pPr marL="1828800" marR="0" lvl="3" indent="-317500" algn="l" rtl="0">
              <a:spcBef>
                <a:spcPts val="28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4pPr>
            <a:lvl5pPr marL="2286000" marR="0" lvl="4" indent="-317500" algn="l" rtl="0">
              <a:spcBef>
                <a:spcPts val="28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56" name="Google Shape;356;p56"/>
          <p:cNvSpPr txBox="1">
            <a:spLocks noGrp="1"/>
          </p:cNvSpPr>
          <p:nvPr>
            <p:ph type="ftr" idx="11"/>
          </p:nvPr>
        </p:nvSpPr>
        <p:spPr>
          <a:xfrm>
            <a:off x="1682840" y="6519572"/>
            <a:ext cx="3887273" cy="248276"/>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5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Figure Only">
  <p:cSld name="Figure Only">
    <p:spTree>
      <p:nvGrpSpPr>
        <p:cNvPr id="1" name="Shape 357"/>
        <p:cNvGrpSpPr/>
        <p:nvPr/>
      </p:nvGrpSpPr>
      <p:grpSpPr>
        <a:xfrm>
          <a:off x="0" y="0"/>
          <a:ext cx="0" cy="0"/>
          <a:chOff x="0" y="0"/>
          <a:chExt cx="0" cy="0"/>
        </a:xfrm>
      </p:grpSpPr>
      <p:sp>
        <p:nvSpPr>
          <p:cNvPr id="358" name="Google Shape;358;p57"/>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
        <p:nvSpPr>
          <p:cNvPr id="359" name="Google Shape;359;p57"/>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0" name="Google Shape;360;p57"/>
          <p:cNvSpPr txBox="1">
            <a:spLocks noGrp="1"/>
          </p:cNvSpPr>
          <p:nvPr>
            <p:ph type="body" idx="1"/>
          </p:nvPr>
        </p:nvSpPr>
        <p:spPr>
          <a:xfrm>
            <a:off x="227013" y="1651000"/>
            <a:ext cx="8481556" cy="4430955"/>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342900"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2pPr>
            <a:lvl3pPr marL="1371600" marR="0" lvl="2" indent="-330200"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3pPr>
            <a:lvl4pPr marL="1828800" marR="0" lvl="3" indent="-317500" algn="l" rtl="0">
              <a:spcBef>
                <a:spcPts val="28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4pPr>
            <a:lvl5pPr marL="2286000" marR="0" lvl="4" indent="-317500" algn="l" rtl="0">
              <a:spcBef>
                <a:spcPts val="28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ubhead and Data Comparison w/ Caption Bottom">
  <p:cSld name="Subhead and Data Comparison w/ Caption Bottom">
    <p:spTree>
      <p:nvGrpSpPr>
        <p:cNvPr id="1" name="Shape 361"/>
        <p:cNvGrpSpPr/>
        <p:nvPr/>
      </p:nvGrpSpPr>
      <p:grpSpPr>
        <a:xfrm>
          <a:off x="0" y="0"/>
          <a:ext cx="0" cy="0"/>
          <a:chOff x="0" y="0"/>
          <a:chExt cx="0" cy="0"/>
        </a:xfrm>
      </p:grpSpPr>
      <p:sp>
        <p:nvSpPr>
          <p:cNvPr id="362" name="Google Shape;362;p58"/>
          <p:cNvSpPr txBox="1">
            <a:spLocks noGrp="1"/>
          </p:cNvSpPr>
          <p:nvPr>
            <p:ph type="body" idx="1"/>
          </p:nvPr>
        </p:nvSpPr>
        <p:spPr>
          <a:xfrm>
            <a:off x="246744" y="1620616"/>
            <a:ext cx="4217444" cy="3203322"/>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342900"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2pPr>
            <a:lvl3pPr marL="1371600" marR="0" lvl="2" indent="-330200"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3pPr>
            <a:lvl4pPr marL="1828800" marR="0" lvl="3" indent="-317500" algn="l" rtl="0">
              <a:spcBef>
                <a:spcPts val="28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4pPr>
            <a:lvl5pPr marL="2286000" marR="0" lvl="4" indent="-317500" algn="l" rtl="0">
              <a:spcBef>
                <a:spcPts val="28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3" name="Google Shape;363;p58"/>
          <p:cNvSpPr txBox="1">
            <a:spLocks noGrp="1"/>
          </p:cNvSpPr>
          <p:nvPr>
            <p:ph type="body" idx="2"/>
          </p:nvPr>
        </p:nvSpPr>
        <p:spPr>
          <a:xfrm>
            <a:off x="246742" y="5043714"/>
            <a:ext cx="4217445" cy="106913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64" name="Google Shape;364;p58"/>
          <p:cNvSpPr txBox="1">
            <a:spLocks noGrp="1"/>
          </p:cNvSpPr>
          <p:nvPr>
            <p:ph type="body" idx="3"/>
          </p:nvPr>
        </p:nvSpPr>
        <p:spPr>
          <a:xfrm>
            <a:off x="4672705" y="1620616"/>
            <a:ext cx="4217756" cy="3203322"/>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360"/>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914400" marR="0" lvl="1" indent="-342900" algn="l" rtl="0">
              <a:spcBef>
                <a:spcPts val="36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2pPr>
            <a:lvl3pPr marL="1371600" marR="0" lvl="2" indent="-330200" algn="l" rtl="0">
              <a:spcBef>
                <a:spcPts val="32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3pPr>
            <a:lvl4pPr marL="1828800" marR="0" lvl="3" indent="-317500" algn="l" rtl="0">
              <a:spcBef>
                <a:spcPts val="28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4pPr>
            <a:lvl5pPr marL="2286000" marR="0" lvl="4" indent="-317500" algn="l" rtl="0">
              <a:spcBef>
                <a:spcPts val="28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5" name="Google Shape;365;p58"/>
          <p:cNvSpPr txBox="1">
            <a:spLocks noGrp="1"/>
          </p:cNvSpPr>
          <p:nvPr>
            <p:ph type="body" idx="4"/>
          </p:nvPr>
        </p:nvSpPr>
        <p:spPr>
          <a:xfrm>
            <a:off x="4673015" y="5043714"/>
            <a:ext cx="4217445" cy="106913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1pPr>
            <a:lvl2pPr marL="914400" marR="0" lvl="1"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2pPr>
            <a:lvl3pPr marL="1371600" marR="0" lvl="2"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3pPr>
            <a:lvl4pPr marL="1828800" marR="0" lvl="3"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4pPr>
            <a:lvl5pPr marL="2286000" marR="0" lvl="4" indent="-228600" algn="l" rtl="0">
              <a:spcBef>
                <a:spcPts val="220"/>
              </a:spcBef>
              <a:spcAft>
                <a:spcPts val="0"/>
              </a:spcAft>
              <a:buClr>
                <a:schemeClr val="dk1"/>
              </a:buClr>
              <a:buSzPts val="1100"/>
              <a:buFont typeface="Arial"/>
              <a:buNone/>
              <a:defRPr sz="1100" b="0" i="0" u="none" strike="noStrike" cap="none">
                <a:solidFill>
                  <a:schemeClr val="dk1"/>
                </a:solidFill>
                <a:latin typeface="Century Gothic"/>
                <a:ea typeface="Century Gothic"/>
                <a:cs typeface="Century Gothic"/>
                <a:sym typeface="Century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66" name="Google Shape;366;p58"/>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000" b="0" i="0" u="none" strike="noStrike" cap="none">
                <a:solidFill>
                  <a:srgbClr val="888888"/>
                </a:solidFill>
                <a:latin typeface="Century Gothic"/>
                <a:ea typeface="Century Gothic"/>
                <a:cs typeface="Century Gothic"/>
                <a:sym typeface="Century Gothic"/>
              </a:defRPr>
            </a:lvl1pPr>
            <a:lvl2pPr marL="0" lvl="1" indent="0" algn="l">
              <a:spcBef>
                <a:spcPts val="0"/>
              </a:spcBef>
              <a:buNone/>
              <a:defRPr sz="1000" b="0" i="0" u="none" strike="noStrike" cap="none">
                <a:solidFill>
                  <a:srgbClr val="888888"/>
                </a:solidFill>
                <a:latin typeface="Century Gothic"/>
                <a:ea typeface="Century Gothic"/>
                <a:cs typeface="Century Gothic"/>
                <a:sym typeface="Century Gothic"/>
              </a:defRPr>
            </a:lvl2pPr>
            <a:lvl3pPr marL="0" lvl="2" indent="0" algn="l">
              <a:spcBef>
                <a:spcPts val="0"/>
              </a:spcBef>
              <a:buNone/>
              <a:defRPr sz="1000" b="0" i="0" u="none" strike="noStrike" cap="none">
                <a:solidFill>
                  <a:srgbClr val="888888"/>
                </a:solidFill>
                <a:latin typeface="Century Gothic"/>
                <a:ea typeface="Century Gothic"/>
                <a:cs typeface="Century Gothic"/>
                <a:sym typeface="Century Gothic"/>
              </a:defRPr>
            </a:lvl3pPr>
            <a:lvl4pPr marL="0" lvl="3" indent="0" algn="l">
              <a:spcBef>
                <a:spcPts val="0"/>
              </a:spcBef>
              <a:buNone/>
              <a:defRPr sz="1000" b="0" i="0" u="none" strike="noStrike" cap="none">
                <a:solidFill>
                  <a:srgbClr val="888888"/>
                </a:solidFill>
                <a:latin typeface="Century Gothic"/>
                <a:ea typeface="Century Gothic"/>
                <a:cs typeface="Century Gothic"/>
                <a:sym typeface="Century Gothic"/>
              </a:defRPr>
            </a:lvl4pPr>
            <a:lvl5pPr marL="0" lvl="4" indent="0" algn="l">
              <a:spcBef>
                <a:spcPts val="0"/>
              </a:spcBef>
              <a:buNone/>
              <a:defRPr sz="1000" b="0" i="0" u="none" strike="noStrike" cap="none">
                <a:solidFill>
                  <a:srgbClr val="888888"/>
                </a:solidFill>
                <a:latin typeface="Century Gothic"/>
                <a:ea typeface="Century Gothic"/>
                <a:cs typeface="Century Gothic"/>
                <a:sym typeface="Century Gothic"/>
              </a:defRPr>
            </a:lvl5pPr>
            <a:lvl6pPr marL="0" lvl="5" indent="0" algn="l">
              <a:spcBef>
                <a:spcPts val="0"/>
              </a:spcBef>
              <a:buNone/>
              <a:defRPr sz="1000" b="0" i="0" u="none" strike="noStrike" cap="none">
                <a:solidFill>
                  <a:srgbClr val="888888"/>
                </a:solidFill>
                <a:latin typeface="Century Gothic"/>
                <a:ea typeface="Century Gothic"/>
                <a:cs typeface="Century Gothic"/>
                <a:sym typeface="Century Gothic"/>
              </a:defRPr>
            </a:lvl6pPr>
            <a:lvl7pPr marL="0" lvl="6" indent="0" algn="l">
              <a:spcBef>
                <a:spcPts val="0"/>
              </a:spcBef>
              <a:buNone/>
              <a:defRPr sz="1000" b="0" i="0" u="none" strike="noStrike" cap="none">
                <a:solidFill>
                  <a:srgbClr val="888888"/>
                </a:solidFill>
                <a:latin typeface="Century Gothic"/>
                <a:ea typeface="Century Gothic"/>
                <a:cs typeface="Century Gothic"/>
                <a:sym typeface="Century Gothic"/>
              </a:defRPr>
            </a:lvl7pPr>
            <a:lvl8pPr marL="0" lvl="7" indent="0" algn="l">
              <a:spcBef>
                <a:spcPts val="0"/>
              </a:spcBef>
              <a:buNone/>
              <a:defRPr sz="1000" b="0" i="0" u="none" strike="noStrike" cap="none">
                <a:solidFill>
                  <a:srgbClr val="888888"/>
                </a:solidFill>
                <a:latin typeface="Century Gothic"/>
                <a:ea typeface="Century Gothic"/>
                <a:cs typeface="Century Gothic"/>
                <a:sym typeface="Century Gothic"/>
              </a:defRPr>
            </a:lvl8pPr>
            <a:lvl9pPr marL="0" lvl="8" indent="0" algn="l">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
        <p:nvSpPr>
          <p:cNvPr id="367" name="Google Shape;367;p58"/>
          <p:cNvSpPr txBox="1">
            <a:spLocks noGrp="1"/>
          </p:cNvSpPr>
          <p:nvPr>
            <p:ph type="title"/>
          </p:nvPr>
        </p:nvSpPr>
        <p:spPr>
          <a:xfrm>
            <a:off x="227013" y="274638"/>
            <a:ext cx="7923694" cy="1143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400"/>
              <a:buFont typeface="Century Gothic"/>
              <a:buNone/>
              <a:defRPr sz="34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369"/>
        <p:cNvGrpSpPr/>
        <p:nvPr/>
      </p:nvGrpSpPr>
      <p:grpSpPr>
        <a:xfrm>
          <a:off x="0" y="0"/>
          <a:ext cx="0" cy="0"/>
          <a:chOff x="0" y="0"/>
          <a:chExt cx="0" cy="0"/>
        </a:xfrm>
      </p:grpSpPr>
      <p:pic>
        <p:nvPicPr>
          <p:cNvPr id="370" name="Google Shape;370;p60"/>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371" name="Google Shape;371;p60"/>
          <p:cNvSpPr txBox="1">
            <a:spLocks noGrp="1"/>
          </p:cNvSpPr>
          <p:nvPr>
            <p:ph type="subTitle" idx="1"/>
          </p:nvPr>
        </p:nvSpPr>
        <p:spPr>
          <a:xfrm>
            <a:off x="1371600" y="5240939"/>
            <a:ext cx="6400800" cy="1298388"/>
          </a:xfrm>
          <a:prstGeom prst="rect">
            <a:avLst/>
          </a:prstGeom>
          <a:noFill/>
          <a:ln>
            <a:noFill/>
          </a:ln>
        </p:spPr>
        <p:txBody>
          <a:bodyPr spcFirstLastPara="1" wrap="square" lIns="91425" tIns="45700" rIns="91425" bIns="45700" anchor="ctr" anchorCtr="0">
            <a:noAutofit/>
          </a:bodyPr>
          <a:lstStyle>
            <a:lvl1pPr marR="0" lvl="0" algn="ctr" rtl="0">
              <a:spcBef>
                <a:spcPts val="400"/>
              </a:spcBef>
              <a:spcAft>
                <a:spcPts val="0"/>
              </a:spcAft>
              <a:buClr>
                <a:srgbClr val="888888"/>
              </a:buClr>
              <a:buSzPts val="2000"/>
              <a:buFont typeface="Arial"/>
              <a:buNone/>
              <a:defRPr sz="2000" b="0" i="0" u="none" strike="noStrike" cap="none">
                <a:solidFill>
                  <a:srgbClr val="888888"/>
                </a:solidFill>
                <a:latin typeface="Century Gothic"/>
                <a:ea typeface="Century Gothic"/>
                <a:cs typeface="Century Gothic"/>
                <a:sym typeface="Century Gothic"/>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21" Type="http://schemas.openxmlformats.org/officeDocument/2006/relationships/theme" Target="../theme/theme2.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slideLayout" Target="../slideLayouts/slideLayout27.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23" Type="http://schemas.openxmlformats.org/officeDocument/2006/relationships/image" Target="../media/image12.png"/><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 Id="rId22" Type="http://schemas.openxmlformats.org/officeDocument/2006/relationships/image" Target="../media/image11.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theme" Target="../theme/theme3.xml"/><Relationship Id="rId1" Type="http://schemas.openxmlformats.org/officeDocument/2006/relationships/slideLayout" Target="../slideLayouts/slideLayout28.xml"/><Relationship Id="rId4" Type="http://schemas.openxmlformats.org/officeDocument/2006/relationships/image" Target="../media/image12.pn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30.xml"/><Relationship Id="rId1" Type="http://schemas.openxmlformats.org/officeDocument/2006/relationships/slideLayout" Target="../slideLayouts/slideLayout29.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theme" Target="../theme/theme5.xml"/><Relationship Id="rId1" Type="http://schemas.openxmlformats.org/officeDocument/2006/relationships/slideLayout" Target="../slideLayouts/slideLayout31.xml"/><Relationship Id="rId4" Type="http://schemas.openxmlformats.org/officeDocument/2006/relationships/image" Target="../media/image12.png"/></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34.xml"/><Relationship Id="rId7" Type="http://schemas.openxmlformats.org/officeDocument/2006/relationships/image" Target="../media/image11.png"/><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theme" Target="../theme/theme6.xml"/><Relationship Id="rId5" Type="http://schemas.openxmlformats.org/officeDocument/2006/relationships/slideLayout" Target="../slideLayouts/slideLayout36.xml"/><Relationship Id="rId4" Type="http://schemas.openxmlformats.org/officeDocument/2006/relationships/slideLayout" Target="../slideLayouts/slideLayout35.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39.xml"/><Relationship Id="rId7" Type="http://schemas.openxmlformats.org/officeDocument/2006/relationships/image" Target="../media/image12.png"/><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image" Target="../media/image11.png"/><Relationship Id="rId5" Type="http://schemas.openxmlformats.org/officeDocument/2006/relationships/theme" Target="../theme/theme7.xml"/><Relationship Id="rId4" Type="http://schemas.openxmlformats.org/officeDocument/2006/relationships/slideLayout" Target="../slideLayouts/slideLayout40.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
          <p:cNvSpPr txBox="1">
            <a:spLocks noGrp="1"/>
          </p:cNvSpPr>
          <p:nvPr>
            <p:ph type="ftr" idx="11"/>
          </p:nvPr>
        </p:nvSpPr>
        <p:spPr>
          <a:xfrm>
            <a:off x="6047030" y="6520372"/>
            <a:ext cx="2938212" cy="201103"/>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200" b="0" i="0" u="none" strike="noStrike" cap="none">
                <a:solidFill>
                  <a:srgbClr val="888888"/>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8"/>
          <p:cNvSpPr txBox="1"/>
          <p:nvPr/>
        </p:nvSpPr>
        <p:spPr>
          <a:xfrm>
            <a:off x="1682840" y="6519572"/>
            <a:ext cx="3887273" cy="24827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50" b="0" i="0" u="none" strike="noStrike" cap="none">
                <a:solidFill>
                  <a:schemeClr val="dk1"/>
                </a:solidFill>
                <a:latin typeface="Calibri"/>
                <a:ea typeface="Calibri"/>
                <a:cs typeface="Calibri"/>
                <a:sym typeface="Calibri"/>
              </a:rPr>
              <a:t>© 2015 Stevens Institute of Technology. All Rights Reserved.</a:t>
            </a:r>
            <a:endParaRPr sz="105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pic>
        <p:nvPicPr>
          <p:cNvPr id="109" name="Google Shape;109;p21"/>
          <p:cNvPicPr preferRelativeResize="0"/>
          <p:nvPr/>
        </p:nvPicPr>
        <p:blipFill rotWithShape="1">
          <a:blip r:embed="rId22">
            <a:alphaModFix/>
          </a:blip>
          <a:srcRect/>
          <a:stretch/>
        </p:blipFill>
        <p:spPr>
          <a:xfrm>
            <a:off x="0" y="6272784"/>
            <a:ext cx="9144000" cy="585216"/>
          </a:xfrm>
          <a:prstGeom prst="rect">
            <a:avLst/>
          </a:prstGeom>
          <a:noFill/>
          <a:ln>
            <a:noFill/>
          </a:ln>
        </p:spPr>
      </p:pic>
      <p:pic>
        <p:nvPicPr>
          <p:cNvPr id="110" name="Google Shape;110;p21" descr="/Users/jasonrodriguez/Projects/Power Points/FINAL Template/images/images/PPT_Template_Header.png"/>
          <p:cNvPicPr preferRelativeResize="0"/>
          <p:nvPr/>
        </p:nvPicPr>
        <p:blipFill rotWithShape="1">
          <a:blip r:embed="rId23">
            <a:alphaModFix/>
          </a:blip>
          <a:srcRect/>
          <a:stretch/>
        </p:blipFill>
        <p:spPr>
          <a:xfrm>
            <a:off x="0" y="0"/>
            <a:ext cx="9144000" cy="975360"/>
          </a:xfrm>
          <a:prstGeom prst="rect">
            <a:avLst/>
          </a:prstGeom>
          <a:noFill/>
          <a:ln>
            <a:noFill/>
          </a:ln>
        </p:spPr>
      </p:pic>
      <p:sp>
        <p:nvSpPr>
          <p:cNvPr id="111" name="Google Shape;111;p21"/>
          <p:cNvSpPr txBox="1"/>
          <p:nvPr/>
        </p:nvSpPr>
        <p:spPr>
          <a:xfrm>
            <a:off x="227013" y="274638"/>
            <a:ext cx="7923694" cy="1143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3400"/>
              <a:buFont typeface="Century Gothic"/>
              <a:buNone/>
            </a:pPr>
            <a:r>
              <a:rPr lang="en-US" sz="3400" b="1" i="0" u="none" strike="noStrike" cap="none">
                <a:solidFill>
                  <a:schemeClr val="dk1"/>
                </a:solidFill>
                <a:latin typeface="Century Gothic"/>
                <a:ea typeface="Century Gothic"/>
                <a:cs typeface="Century Gothic"/>
                <a:sym typeface="Century Gothic"/>
              </a:rPr>
              <a:t>Insert Slide Title Line 1</a:t>
            </a:r>
            <a:br>
              <a:rPr lang="en-US" sz="3400" b="1" i="0" u="none" strike="noStrike" cap="none">
                <a:solidFill>
                  <a:schemeClr val="dk1"/>
                </a:solidFill>
                <a:latin typeface="Century Gothic"/>
                <a:ea typeface="Century Gothic"/>
                <a:cs typeface="Century Gothic"/>
                <a:sym typeface="Century Gothic"/>
              </a:rPr>
            </a:br>
            <a:r>
              <a:rPr lang="en-US" sz="3400" b="1" i="0" u="none" strike="noStrike" cap="none">
                <a:solidFill>
                  <a:schemeClr val="dk1"/>
                </a:solidFill>
                <a:latin typeface="Century Gothic"/>
                <a:ea typeface="Century Gothic"/>
                <a:cs typeface="Century Gothic"/>
                <a:sym typeface="Century Gothic"/>
              </a:rPr>
              <a:t>Insert Slide Title Line 2</a:t>
            </a:r>
            <a:endParaRPr sz="3400" b="1" i="0" u="none" strike="noStrike" cap="none">
              <a:solidFill>
                <a:schemeClr val="dk1"/>
              </a:solidFill>
              <a:latin typeface="Century Gothic"/>
              <a:ea typeface="Century Gothic"/>
              <a:cs typeface="Century Gothic"/>
              <a:sym typeface="Century Gothic"/>
            </a:endParaRPr>
          </a:p>
        </p:txBody>
      </p:sp>
      <p:sp>
        <p:nvSpPr>
          <p:cNvPr id="112" name="Google Shape;112;p21"/>
          <p:cNvSpPr txBox="1"/>
          <p:nvPr/>
        </p:nvSpPr>
        <p:spPr>
          <a:xfrm>
            <a:off x="227013" y="1585821"/>
            <a:ext cx="8691562" cy="8048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Arial"/>
              <a:buNone/>
            </a:pPr>
            <a:r>
              <a:rPr lang="en-US" sz="2400" b="0" i="0" u="none" strike="noStrike" cap="none">
                <a:solidFill>
                  <a:schemeClr val="dk1"/>
                </a:solidFill>
                <a:latin typeface="Century Gothic"/>
                <a:ea typeface="Century Gothic"/>
                <a:cs typeface="Century Gothic"/>
                <a:sym typeface="Century Gothic"/>
              </a:rPr>
              <a:t>Insert Subhead Line 1</a:t>
            </a:r>
            <a:br>
              <a:rPr lang="en-US" sz="2400" b="0" i="0" u="none" strike="noStrike" cap="none">
                <a:solidFill>
                  <a:schemeClr val="dk1"/>
                </a:solidFill>
                <a:latin typeface="Century Gothic"/>
                <a:ea typeface="Century Gothic"/>
                <a:cs typeface="Century Gothic"/>
                <a:sym typeface="Century Gothic"/>
              </a:rPr>
            </a:br>
            <a:r>
              <a:rPr lang="en-US" sz="2400" b="0" i="0" u="none" strike="noStrike" cap="none">
                <a:solidFill>
                  <a:schemeClr val="dk1"/>
                </a:solidFill>
                <a:latin typeface="Century Gothic"/>
                <a:ea typeface="Century Gothic"/>
                <a:cs typeface="Century Gothic"/>
                <a:sym typeface="Century Gothic"/>
              </a:rPr>
              <a:t>Insert Subhead Line 2</a:t>
            </a:r>
            <a:endParaRPr/>
          </a:p>
        </p:txBody>
      </p:sp>
      <p:sp>
        <p:nvSpPr>
          <p:cNvPr id="113" name="Google Shape;113;p21"/>
          <p:cNvSpPr txBox="1">
            <a:spLocks noGrp="1"/>
          </p:cNvSpPr>
          <p:nvPr>
            <p:ph type="dt" idx="10"/>
          </p:nvPr>
        </p:nvSpPr>
        <p:spPr>
          <a:xfrm>
            <a:off x="49928" y="6501841"/>
            <a:ext cx="1601788" cy="198437"/>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4" name="Google Shape;114;p21"/>
          <p:cNvSpPr txBox="1">
            <a:spLocks noGrp="1"/>
          </p:cNvSpPr>
          <p:nvPr>
            <p:ph type="ftr" idx="11"/>
          </p:nvPr>
        </p:nvSpPr>
        <p:spPr>
          <a:xfrm>
            <a:off x="1682840" y="6519572"/>
            <a:ext cx="3887273" cy="248276"/>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5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5" name="Google Shape;115;p21"/>
          <p:cNvSpPr txBox="1">
            <a:spLocks noGrp="1"/>
          </p:cNvSpPr>
          <p:nvPr>
            <p:ph type="sldNum" idx="12"/>
          </p:nvPr>
        </p:nvSpPr>
        <p:spPr>
          <a:xfrm>
            <a:off x="8686801" y="6529848"/>
            <a:ext cx="407674" cy="226551"/>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Calibri"/>
                <a:ea typeface="Calibri"/>
                <a:cs typeface="Calibri"/>
                <a:sym typeface="Calibri"/>
              </a:defRPr>
            </a:lvl1pPr>
            <a:lvl2pPr marL="0" marR="0" lvl="1" indent="0" algn="l" rtl="0">
              <a:spcBef>
                <a:spcPts val="0"/>
              </a:spcBef>
              <a:buNone/>
              <a:defRPr sz="1800" b="0" i="0" u="none" strike="noStrike" cap="none">
                <a:solidFill>
                  <a:schemeClr val="dk1"/>
                </a:solidFill>
                <a:latin typeface="Calibri"/>
                <a:ea typeface="Calibri"/>
                <a:cs typeface="Calibri"/>
                <a:sym typeface="Calibri"/>
              </a:defRPr>
            </a:lvl2pPr>
            <a:lvl3pPr marL="0" marR="0" lvl="2" indent="0" algn="l" rtl="0">
              <a:spcBef>
                <a:spcPts val="0"/>
              </a:spcBef>
              <a:buNone/>
              <a:defRPr sz="1800" b="0" i="0" u="none" strike="noStrike" cap="none">
                <a:solidFill>
                  <a:schemeClr val="dk1"/>
                </a:solidFill>
                <a:latin typeface="Calibri"/>
                <a:ea typeface="Calibri"/>
                <a:cs typeface="Calibri"/>
                <a:sym typeface="Calibri"/>
              </a:defRPr>
            </a:lvl3pPr>
            <a:lvl4pPr marL="0" marR="0" lvl="3" indent="0" algn="l" rtl="0">
              <a:spcBef>
                <a:spcPts val="0"/>
              </a:spcBef>
              <a:buNone/>
              <a:defRPr sz="1800" b="0" i="0" u="none" strike="noStrike" cap="none">
                <a:solidFill>
                  <a:schemeClr val="dk1"/>
                </a:solidFill>
                <a:latin typeface="Calibri"/>
                <a:ea typeface="Calibri"/>
                <a:cs typeface="Calibri"/>
                <a:sym typeface="Calibri"/>
              </a:defRPr>
            </a:lvl4pPr>
            <a:lvl5pPr marL="0" marR="0" lvl="4" indent="0" algn="l" rtl="0">
              <a:spcBef>
                <a:spcPts val="0"/>
              </a:spcBef>
              <a:buNone/>
              <a:defRPr sz="1800" b="0" i="0" u="none" strike="noStrike" cap="none">
                <a:solidFill>
                  <a:schemeClr val="dk1"/>
                </a:solidFill>
                <a:latin typeface="Calibri"/>
                <a:ea typeface="Calibri"/>
                <a:cs typeface="Calibri"/>
                <a:sym typeface="Calibri"/>
              </a:defRPr>
            </a:lvl5pPr>
            <a:lvl6pPr marL="0" marR="0" lvl="5" indent="0" algn="l" rtl="0">
              <a:spcBef>
                <a:spcPts val="0"/>
              </a:spcBef>
              <a:buNone/>
              <a:defRPr sz="1800" b="0" i="0" u="none" strike="noStrike" cap="none">
                <a:solidFill>
                  <a:schemeClr val="dk1"/>
                </a:solidFill>
                <a:latin typeface="Calibri"/>
                <a:ea typeface="Calibri"/>
                <a:cs typeface="Calibri"/>
                <a:sym typeface="Calibri"/>
              </a:defRPr>
            </a:lvl6pPr>
            <a:lvl7pPr marL="0" marR="0" lvl="6" indent="0" algn="l" rtl="0">
              <a:spcBef>
                <a:spcPts val="0"/>
              </a:spcBef>
              <a:buNone/>
              <a:defRPr sz="1800" b="0" i="0" u="none" strike="noStrike" cap="none">
                <a:solidFill>
                  <a:schemeClr val="dk1"/>
                </a:solidFill>
                <a:latin typeface="Calibri"/>
                <a:ea typeface="Calibri"/>
                <a:cs typeface="Calibri"/>
                <a:sym typeface="Calibri"/>
              </a:defRPr>
            </a:lvl7pPr>
            <a:lvl8pPr marL="0" marR="0" lvl="7" indent="0" algn="l" rtl="0">
              <a:spcBef>
                <a:spcPts val="0"/>
              </a:spcBef>
              <a:buNone/>
              <a:defRPr sz="1800" b="0" i="0" u="none" strike="noStrike" cap="none">
                <a:solidFill>
                  <a:schemeClr val="dk1"/>
                </a:solidFill>
                <a:latin typeface="Calibri"/>
                <a:ea typeface="Calibri"/>
                <a:cs typeface="Calibri"/>
                <a:sym typeface="Calibri"/>
              </a:defRPr>
            </a:lvl8pPr>
            <a:lvl9pPr marL="0" marR="0" lvl="8" indent="0" algn="l" rtl="0">
              <a:spcBef>
                <a:spcPts val="0"/>
              </a:spcBef>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701"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8"/>
        <p:cNvGrpSpPr/>
        <p:nvPr/>
      </p:nvGrpSpPr>
      <p:grpSpPr>
        <a:xfrm>
          <a:off x="0" y="0"/>
          <a:ext cx="0" cy="0"/>
          <a:chOff x="0" y="0"/>
          <a:chExt cx="0" cy="0"/>
        </a:xfrm>
      </p:grpSpPr>
      <p:pic>
        <p:nvPicPr>
          <p:cNvPr id="269" name="Google Shape;269;p41"/>
          <p:cNvPicPr preferRelativeResize="0"/>
          <p:nvPr/>
        </p:nvPicPr>
        <p:blipFill rotWithShape="1">
          <a:blip r:embed="rId3">
            <a:alphaModFix/>
          </a:blip>
          <a:srcRect/>
          <a:stretch/>
        </p:blipFill>
        <p:spPr>
          <a:xfrm>
            <a:off x="0" y="6272784"/>
            <a:ext cx="9144000" cy="585216"/>
          </a:xfrm>
          <a:prstGeom prst="rect">
            <a:avLst/>
          </a:prstGeom>
          <a:noFill/>
          <a:ln>
            <a:noFill/>
          </a:ln>
        </p:spPr>
      </p:pic>
      <p:pic>
        <p:nvPicPr>
          <p:cNvPr id="270" name="Google Shape;270;p41" descr="/Users/jasonrodriguez/Projects/Power Points/FINAL Template/images/images/PPT_Template_Header.png"/>
          <p:cNvPicPr preferRelativeResize="0"/>
          <p:nvPr/>
        </p:nvPicPr>
        <p:blipFill rotWithShape="1">
          <a:blip r:embed="rId4">
            <a:alphaModFix/>
          </a:blip>
          <a:srcRect/>
          <a:stretch/>
        </p:blipFill>
        <p:spPr>
          <a:xfrm>
            <a:off x="0" y="0"/>
            <a:ext cx="9144000" cy="975360"/>
          </a:xfrm>
          <a:prstGeom prst="rect">
            <a:avLst/>
          </a:prstGeom>
          <a:noFill/>
          <a:ln>
            <a:noFill/>
          </a:ln>
        </p:spPr>
      </p:pic>
      <p:sp>
        <p:nvSpPr>
          <p:cNvPr id="271" name="Google Shape;271;p41"/>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1000" b="0" i="0" u="none" strike="noStrike" cap="none">
                <a:solidFill>
                  <a:srgbClr val="888888"/>
                </a:solidFill>
                <a:latin typeface="Century Gothic"/>
                <a:ea typeface="Century Gothic"/>
                <a:cs typeface="Century Gothic"/>
                <a:sym typeface="Century Gothic"/>
              </a:defRPr>
            </a:lvl1pPr>
            <a:lvl2pPr marL="0" marR="0" lvl="1" indent="0" algn="l" rtl="0">
              <a:spcBef>
                <a:spcPts val="0"/>
              </a:spcBef>
              <a:buNone/>
              <a:defRPr sz="1000" b="0" i="0" u="none" strike="noStrike" cap="none">
                <a:solidFill>
                  <a:srgbClr val="888888"/>
                </a:solidFill>
                <a:latin typeface="Century Gothic"/>
                <a:ea typeface="Century Gothic"/>
                <a:cs typeface="Century Gothic"/>
                <a:sym typeface="Century Gothic"/>
              </a:defRPr>
            </a:lvl2pPr>
            <a:lvl3pPr marL="0" marR="0" lvl="2" indent="0" algn="l" rtl="0">
              <a:spcBef>
                <a:spcPts val="0"/>
              </a:spcBef>
              <a:buNone/>
              <a:defRPr sz="1000" b="0" i="0" u="none" strike="noStrike" cap="none">
                <a:solidFill>
                  <a:srgbClr val="888888"/>
                </a:solidFill>
                <a:latin typeface="Century Gothic"/>
                <a:ea typeface="Century Gothic"/>
                <a:cs typeface="Century Gothic"/>
                <a:sym typeface="Century Gothic"/>
              </a:defRPr>
            </a:lvl3pPr>
            <a:lvl4pPr marL="0" marR="0" lvl="3" indent="0" algn="l" rtl="0">
              <a:spcBef>
                <a:spcPts val="0"/>
              </a:spcBef>
              <a:buNone/>
              <a:defRPr sz="1000" b="0" i="0" u="none" strike="noStrike" cap="none">
                <a:solidFill>
                  <a:srgbClr val="888888"/>
                </a:solidFill>
                <a:latin typeface="Century Gothic"/>
                <a:ea typeface="Century Gothic"/>
                <a:cs typeface="Century Gothic"/>
                <a:sym typeface="Century Gothic"/>
              </a:defRPr>
            </a:lvl4pPr>
            <a:lvl5pPr marL="0" marR="0" lvl="4" indent="0" algn="l" rtl="0">
              <a:spcBef>
                <a:spcPts val="0"/>
              </a:spcBef>
              <a:buNone/>
              <a:defRPr sz="1000" b="0" i="0" u="none" strike="noStrike" cap="none">
                <a:solidFill>
                  <a:srgbClr val="888888"/>
                </a:solidFill>
                <a:latin typeface="Century Gothic"/>
                <a:ea typeface="Century Gothic"/>
                <a:cs typeface="Century Gothic"/>
                <a:sym typeface="Century Gothic"/>
              </a:defRPr>
            </a:lvl5pPr>
            <a:lvl6pPr marL="0" marR="0" lvl="5" indent="0" algn="l" rtl="0">
              <a:spcBef>
                <a:spcPts val="0"/>
              </a:spcBef>
              <a:buNone/>
              <a:defRPr sz="1000" b="0" i="0" u="none" strike="noStrike" cap="none">
                <a:solidFill>
                  <a:srgbClr val="888888"/>
                </a:solidFill>
                <a:latin typeface="Century Gothic"/>
                <a:ea typeface="Century Gothic"/>
                <a:cs typeface="Century Gothic"/>
                <a:sym typeface="Century Gothic"/>
              </a:defRPr>
            </a:lvl6pPr>
            <a:lvl7pPr marL="0" marR="0" lvl="6" indent="0" algn="l" rtl="0">
              <a:spcBef>
                <a:spcPts val="0"/>
              </a:spcBef>
              <a:buNone/>
              <a:defRPr sz="1000" b="0" i="0" u="none" strike="noStrike" cap="none">
                <a:solidFill>
                  <a:srgbClr val="888888"/>
                </a:solidFill>
                <a:latin typeface="Century Gothic"/>
                <a:ea typeface="Century Gothic"/>
                <a:cs typeface="Century Gothic"/>
                <a:sym typeface="Century Gothic"/>
              </a:defRPr>
            </a:lvl7pPr>
            <a:lvl8pPr marL="0" marR="0" lvl="7" indent="0" algn="l" rtl="0">
              <a:spcBef>
                <a:spcPts val="0"/>
              </a:spcBef>
              <a:buNone/>
              <a:defRPr sz="1000" b="0" i="0" u="none" strike="noStrike" cap="none">
                <a:solidFill>
                  <a:srgbClr val="888888"/>
                </a:solidFill>
                <a:latin typeface="Century Gothic"/>
                <a:ea typeface="Century Gothic"/>
                <a:cs typeface="Century Gothic"/>
                <a:sym typeface="Century Gothic"/>
              </a:defRPr>
            </a:lvl8pPr>
            <a:lvl9pPr marL="0" marR="0" lvl="8" indent="0" algn="l" rtl="0">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
        <p:nvSpPr>
          <p:cNvPr id="272" name="Google Shape;272;p41"/>
          <p:cNvSpPr txBox="1">
            <a:spLocks noGrp="1"/>
          </p:cNvSpPr>
          <p:nvPr>
            <p:ph type="ftr" idx="11"/>
          </p:nvPr>
        </p:nvSpPr>
        <p:spPr>
          <a:xfrm>
            <a:off x="1682840" y="6519572"/>
            <a:ext cx="3887273" cy="248276"/>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5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8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5"/>
        <p:cNvGrpSpPr/>
        <p:nvPr/>
      </p:nvGrpSpPr>
      <p:grpSpPr>
        <a:xfrm>
          <a:off x="0" y="0"/>
          <a:ext cx="0" cy="0"/>
          <a:chOff x="0" y="0"/>
          <a:chExt cx="0" cy="0"/>
        </a:xfrm>
      </p:grpSpPr>
      <p:sp>
        <p:nvSpPr>
          <p:cNvPr id="276" name="Google Shape;276;p43"/>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1000" b="0" i="0" u="none" strike="noStrike" cap="none">
                <a:solidFill>
                  <a:srgbClr val="888888"/>
                </a:solidFill>
                <a:latin typeface="Century Gothic"/>
                <a:ea typeface="Century Gothic"/>
                <a:cs typeface="Century Gothic"/>
                <a:sym typeface="Century Gothic"/>
              </a:defRPr>
            </a:lvl1pPr>
            <a:lvl2pPr marL="0" marR="0" lvl="1" indent="0" algn="l" rtl="0">
              <a:spcBef>
                <a:spcPts val="0"/>
              </a:spcBef>
              <a:buNone/>
              <a:defRPr sz="1000" b="0" i="0" u="none" strike="noStrike" cap="none">
                <a:solidFill>
                  <a:srgbClr val="888888"/>
                </a:solidFill>
                <a:latin typeface="Century Gothic"/>
                <a:ea typeface="Century Gothic"/>
                <a:cs typeface="Century Gothic"/>
                <a:sym typeface="Century Gothic"/>
              </a:defRPr>
            </a:lvl2pPr>
            <a:lvl3pPr marL="0" marR="0" lvl="2" indent="0" algn="l" rtl="0">
              <a:spcBef>
                <a:spcPts val="0"/>
              </a:spcBef>
              <a:buNone/>
              <a:defRPr sz="1000" b="0" i="0" u="none" strike="noStrike" cap="none">
                <a:solidFill>
                  <a:srgbClr val="888888"/>
                </a:solidFill>
                <a:latin typeface="Century Gothic"/>
                <a:ea typeface="Century Gothic"/>
                <a:cs typeface="Century Gothic"/>
                <a:sym typeface="Century Gothic"/>
              </a:defRPr>
            </a:lvl3pPr>
            <a:lvl4pPr marL="0" marR="0" lvl="3" indent="0" algn="l" rtl="0">
              <a:spcBef>
                <a:spcPts val="0"/>
              </a:spcBef>
              <a:buNone/>
              <a:defRPr sz="1000" b="0" i="0" u="none" strike="noStrike" cap="none">
                <a:solidFill>
                  <a:srgbClr val="888888"/>
                </a:solidFill>
                <a:latin typeface="Century Gothic"/>
                <a:ea typeface="Century Gothic"/>
                <a:cs typeface="Century Gothic"/>
                <a:sym typeface="Century Gothic"/>
              </a:defRPr>
            </a:lvl4pPr>
            <a:lvl5pPr marL="0" marR="0" lvl="4" indent="0" algn="l" rtl="0">
              <a:spcBef>
                <a:spcPts val="0"/>
              </a:spcBef>
              <a:buNone/>
              <a:defRPr sz="1000" b="0" i="0" u="none" strike="noStrike" cap="none">
                <a:solidFill>
                  <a:srgbClr val="888888"/>
                </a:solidFill>
                <a:latin typeface="Century Gothic"/>
                <a:ea typeface="Century Gothic"/>
                <a:cs typeface="Century Gothic"/>
                <a:sym typeface="Century Gothic"/>
              </a:defRPr>
            </a:lvl5pPr>
            <a:lvl6pPr marL="0" marR="0" lvl="5" indent="0" algn="l" rtl="0">
              <a:spcBef>
                <a:spcPts val="0"/>
              </a:spcBef>
              <a:buNone/>
              <a:defRPr sz="1000" b="0" i="0" u="none" strike="noStrike" cap="none">
                <a:solidFill>
                  <a:srgbClr val="888888"/>
                </a:solidFill>
                <a:latin typeface="Century Gothic"/>
                <a:ea typeface="Century Gothic"/>
                <a:cs typeface="Century Gothic"/>
                <a:sym typeface="Century Gothic"/>
              </a:defRPr>
            </a:lvl6pPr>
            <a:lvl7pPr marL="0" marR="0" lvl="6" indent="0" algn="l" rtl="0">
              <a:spcBef>
                <a:spcPts val="0"/>
              </a:spcBef>
              <a:buNone/>
              <a:defRPr sz="1000" b="0" i="0" u="none" strike="noStrike" cap="none">
                <a:solidFill>
                  <a:srgbClr val="888888"/>
                </a:solidFill>
                <a:latin typeface="Century Gothic"/>
                <a:ea typeface="Century Gothic"/>
                <a:cs typeface="Century Gothic"/>
                <a:sym typeface="Century Gothic"/>
              </a:defRPr>
            </a:lvl7pPr>
            <a:lvl8pPr marL="0" marR="0" lvl="7" indent="0" algn="l" rtl="0">
              <a:spcBef>
                <a:spcPts val="0"/>
              </a:spcBef>
              <a:buNone/>
              <a:defRPr sz="1000" b="0" i="0" u="none" strike="noStrike" cap="none">
                <a:solidFill>
                  <a:srgbClr val="888888"/>
                </a:solidFill>
                <a:latin typeface="Century Gothic"/>
                <a:ea typeface="Century Gothic"/>
                <a:cs typeface="Century Gothic"/>
                <a:sym typeface="Century Gothic"/>
              </a:defRPr>
            </a:lvl8pPr>
            <a:lvl9pPr marL="0" marR="0" lvl="8" indent="0" algn="l" rtl="0">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84" r:id="rId1"/>
    <p:sldLayoutId id="2147483685"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6"/>
        <p:cNvGrpSpPr/>
        <p:nvPr/>
      </p:nvGrpSpPr>
      <p:grpSpPr>
        <a:xfrm>
          <a:off x="0" y="0"/>
          <a:ext cx="0" cy="0"/>
          <a:chOff x="0" y="0"/>
          <a:chExt cx="0" cy="0"/>
        </a:xfrm>
      </p:grpSpPr>
      <p:pic>
        <p:nvPicPr>
          <p:cNvPr id="287" name="Google Shape;287;p46"/>
          <p:cNvPicPr preferRelativeResize="0"/>
          <p:nvPr/>
        </p:nvPicPr>
        <p:blipFill rotWithShape="1">
          <a:blip r:embed="rId3">
            <a:alphaModFix/>
          </a:blip>
          <a:srcRect/>
          <a:stretch/>
        </p:blipFill>
        <p:spPr>
          <a:xfrm>
            <a:off x="0" y="6272784"/>
            <a:ext cx="9144000" cy="585216"/>
          </a:xfrm>
          <a:prstGeom prst="rect">
            <a:avLst/>
          </a:prstGeom>
          <a:noFill/>
          <a:ln>
            <a:noFill/>
          </a:ln>
        </p:spPr>
      </p:pic>
      <p:pic>
        <p:nvPicPr>
          <p:cNvPr id="288" name="Google Shape;288;p46" descr="/Users/jasonrodriguez/Projects/Power Points/FINAL Template/images/images/PPT_Template_Header.png"/>
          <p:cNvPicPr preferRelativeResize="0"/>
          <p:nvPr/>
        </p:nvPicPr>
        <p:blipFill rotWithShape="1">
          <a:blip r:embed="rId4">
            <a:alphaModFix/>
          </a:blip>
          <a:srcRect/>
          <a:stretch/>
        </p:blipFill>
        <p:spPr>
          <a:xfrm>
            <a:off x="0" y="0"/>
            <a:ext cx="9144000" cy="975360"/>
          </a:xfrm>
          <a:prstGeom prst="rect">
            <a:avLst/>
          </a:prstGeom>
          <a:noFill/>
          <a:ln>
            <a:noFill/>
          </a:ln>
        </p:spPr>
      </p:pic>
      <p:sp>
        <p:nvSpPr>
          <p:cNvPr id="289" name="Google Shape;289;p46"/>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1000" b="0" i="0" u="none" strike="noStrike" cap="none">
                <a:solidFill>
                  <a:srgbClr val="888888"/>
                </a:solidFill>
                <a:latin typeface="Century Gothic"/>
                <a:ea typeface="Century Gothic"/>
                <a:cs typeface="Century Gothic"/>
                <a:sym typeface="Century Gothic"/>
              </a:defRPr>
            </a:lvl1pPr>
            <a:lvl2pPr marL="0" marR="0" lvl="1" indent="0" algn="l" rtl="0">
              <a:spcBef>
                <a:spcPts val="0"/>
              </a:spcBef>
              <a:buNone/>
              <a:defRPr sz="1000" b="0" i="0" u="none" strike="noStrike" cap="none">
                <a:solidFill>
                  <a:srgbClr val="888888"/>
                </a:solidFill>
                <a:latin typeface="Century Gothic"/>
                <a:ea typeface="Century Gothic"/>
                <a:cs typeface="Century Gothic"/>
                <a:sym typeface="Century Gothic"/>
              </a:defRPr>
            </a:lvl2pPr>
            <a:lvl3pPr marL="0" marR="0" lvl="2" indent="0" algn="l" rtl="0">
              <a:spcBef>
                <a:spcPts val="0"/>
              </a:spcBef>
              <a:buNone/>
              <a:defRPr sz="1000" b="0" i="0" u="none" strike="noStrike" cap="none">
                <a:solidFill>
                  <a:srgbClr val="888888"/>
                </a:solidFill>
                <a:latin typeface="Century Gothic"/>
                <a:ea typeface="Century Gothic"/>
                <a:cs typeface="Century Gothic"/>
                <a:sym typeface="Century Gothic"/>
              </a:defRPr>
            </a:lvl3pPr>
            <a:lvl4pPr marL="0" marR="0" lvl="3" indent="0" algn="l" rtl="0">
              <a:spcBef>
                <a:spcPts val="0"/>
              </a:spcBef>
              <a:buNone/>
              <a:defRPr sz="1000" b="0" i="0" u="none" strike="noStrike" cap="none">
                <a:solidFill>
                  <a:srgbClr val="888888"/>
                </a:solidFill>
                <a:latin typeface="Century Gothic"/>
                <a:ea typeface="Century Gothic"/>
                <a:cs typeface="Century Gothic"/>
                <a:sym typeface="Century Gothic"/>
              </a:defRPr>
            </a:lvl4pPr>
            <a:lvl5pPr marL="0" marR="0" lvl="4" indent="0" algn="l" rtl="0">
              <a:spcBef>
                <a:spcPts val="0"/>
              </a:spcBef>
              <a:buNone/>
              <a:defRPr sz="1000" b="0" i="0" u="none" strike="noStrike" cap="none">
                <a:solidFill>
                  <a:srgbClr val="888888"/>
                </a:solidFill>
                <a:latin typeface="Century Gothic"/>
                <a:ea typeface="Century Gothic"/>
                <a:cs typeface="Century Gothic"/>
                <a:sym typeface="Century Gothic"/>
              </a:defRPr>
            </a:lvl5pPr>
            <a:lvl6pPr marL="0" marR="0" lvl="5" indent="0" algn="l" rtl="0">
              <a:spcBef>
                <a:spcPts val="0"/>
              </a:spcBef>
              <a:buNone/>
              <a:defRPr sz="1000" b="0" i="0" u="none" strike="noStrike" cap="none">
                <a:solidFill>
                  <a:srgbClr val="888888"/>
                </a:solidFill>
                <a:latin typeface="Century Gothic"/>
                <a:ea typeface="Century Gothic"/>
                <a:cs typeface="Century Gothic"/>
                <a:sym typeface="Century Gothic"/>
              </a:defRPr>
            </a:lvl6pPr>
            <a:lvl7pPr marL="0" marR="0" lvl="6" indent="0" algn="l" rtl="0">
              <a:spcBef>
                <a:spcPts val="0"/>
              </a:spcBef>
              <a:buNone/>
              <a:defRPr sz="1000" b="0" i="0" u="none" strike="noStrike" cap="none">
                <a:solidFill>
                  <a:srgbClr val="888888"/>
                </a:solidFill>
                <a:latin typeface="Century Gothic"/>
                <a:ea typeface="Century Gothic"/>
                <a:cs typeface="Century Gothic"/>
                <a:sym typeface="Century Gothic"/>
              </a:defRPr>
            </a:lvl7pPr>
            <a:lvl8pPr marL="0" marR="0" lvl="7" indent="0" algn="l" rtl="0">
              <a:spcBef>
                <a:spcPts val="0"/>
              </a:spcBef>
              <a:buNone/>
              <a:defRPr sz="1000" b="0" i="0" u="none" strike="noStrike" cap="none">
                <a:solidFill>
                  <a:srgbClr val="888888"/>
                </a:solidFill>
                <a:latin typeface="Century Gothic"/>
                <a:ea typeface="Century Gothic"/>
                <a:cs typeface="Century Gothic"/>
                <a:sym typeface="Century Gothic"/>
              </a:defRPr>
            </a:lvl8pPr>
            <a:lvl9pPr marL="0" marR="0" lvl="8" indent="0" algn="l" rtl="0">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87"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7"/>
        <p:cNvGrpSpPr/>
        <p:nvPr/>
      </p:nvGrpSpPr>
      <p:grpSpPr>
        <a:xfrm>
          <a:off x="0" y="0"/>
          <a:ext cx="0" cy="0"/>
          <a:chOff x="0" y="0"/>
          <a:chExt cx="0" cy="0"/>
        </a:xfrm>
      </p:grpSpPr>
      <p:pic>
        <p:nvPicPr>
          <p:cNvPr id="298" name="Google Shape;298;p48"/>
          <p:cNvPicPr preferRelativeResize="0"/>
          <p:nvPr/>
        </p:nvPicPr>
        <p:blipFill rotWithShape="1">
          <a:blip r:embed="rId7">
            <a:alphaModFix/>
          </a:blip>
          <a:srcRect/>
          <a:stretch/>
        </p:blipFill>
        <p:spPr>
          <a:xfrm>
            <a:off x="0" y="6272784"/>
            <a:ext cx="9144000" cy="585216"/>
          </a:xfrm>
          <a:prstGeom prst="rect">
            <a:avLst/>
          </a:prstGeom>
          <a:noFill/>
          <a:ln>
            <a:noFill/>
          </a:ln>
        </p:spPr>
      </p:pic>
      <p:pic>
        <p:nvPicPr>
          <p:cNvPr id="299" name="Google Shape;299;p48" descr="/Users/jasonrodriguez/Projects/Power Points/FINAL Template/images/images/PPT_Template_Header.png"/>
          <p:cNvPicPr preferRelativeResize="0"/>
          <p:nvPr/>
        </p:nvPicPr>
        <p:blipFill rotWithShape="1">
          <a:blip r:embed="rId8">
            <a:alphaModFix/>
          </a:blip>
          <a:srcRect/>
          <a:stretch/>
        </p:blipFill>
        <p:spPr>
          <a:xfrm>
            <a:off x="0" y="0"/>
            <a:ext cx="9144000" cy="975360"/>
          </a:xfrm>
          <a:prstGeom prst="rect">
            <a:avLst/>
          </a:prstGeom>
          <a:noFill/>
          <a:ln>
            <a:noFill/>
          </a:ln>
        </p:spPr>
      </p:pic>
      <p:sp>
        <p:nvSpPr>
          <p:cNvPr id="300" name="Google Shape;300;p48"/>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1000" b="0" i="0" u="none" strike="noStrike" cap="none">
                <a:solidFill>
                  <a:srgbClr val="888888"/>
                </a:solidFill>
                <a:latin typeface="Century Gothic"/>
                <a:ea typeface="Century Gothic"/>
                <a:cs typeface="Century Gothic"/>
                <a:sym typeface="Century Gothic"/>
              </a:defRPr>
            </a:lvl1pPr>
            <a:lvl2pPr marL="0" marR="0" lvl="1" indent="0" algn="l" rtl="0">
              <a:spcBef>
                <a:spcPts val="0"/>
              </a:spcBef>
              <a:buNone/>
              <a:defRPr sz="1000" b="0" i="0" u="none" strike="noStrike" cap="none">
                <a:solidFill>
                  <a:srgbClr val="888888"/>
                </a:solidFill>
                <a:latin typeface="Century Gothic"/>
                <a:ea typeface="Century Gothic"/>
                <a:cs typeface="Century Gothic"/>
                <a:sym typeface="Century Gothic"/>
              </a:defRPr>
            </a:lvl2pPr>
            <a:lvl3pPr marL="0" marR="0" lvl="2" indent="0" algn="l" rtl="0">
              <a:spcBef>
                <a:spcPts val="0"/>
              </a:spcBef>
              <a:buNone/>
              <a:defRPr sz="1000" b="0" i="0" u="none" strike="noStrike" cap="none">
                <a:solidFill>
                  <a:srgbClr val="888888"/>
                </a:solidFill>
                <a:latin typeface="Century Gothic"/>
                <a:ea typeface="Century Gothic"/>
                <a:cs typeface="Century Gothic"/>
                <a:sym typeface="Century Gothic"/>
              </a:defRPr>
            </a:lvl3pPr>
            <a:lvl4pPr marL="0" marR="0" lvl="3" indent="0" algn="l" rtl="0">
              <a:spcBef>
                <a:spcPts val="0"/>
              </a:spcBef>
              <a:buNone/>
              <a:defRPr sz="1000" b="0" i="0" u="none" strike="noStrike" cap="none">
                <a:solidFill>
                  <a:srgbClr val="888888"/>
                </a:solidFill>
                <a:latin typeface="Century Gothic"/>
                <a:ea typeface="Century Gothic"/>
                <a:cs typeface="Century Gothic"/>
                <a:sym typeface="Century Gothic"/>
              </a:defRPr>
            </a:lvl4pPr>
            <a:lvl5pPr marL="0" marR="0" lvl="4" indent="0" algn="l" rtl="0">
              <a:spcBef>
                <a:spcPts val="0"/>
              </a:spcBef>
              <a:buNone/>
              <a:defRPr sz="1000" b="0" i="0" u="none" strike="noStrike" cap="none">
                <a:solidFill>
                  <a:srgbClr val="888888"/>
                </a:solidFill>
                <a:latin typeface="Century Gothic"/>
                <a:ea typeface="Century Gothic"/>
                <a:cs typeface="Century Gothic"/>
                <a:sym typeface="Century Gothic"/>
              </a:defRPr>
            </a:lvl5pPr>
            <a:lvl6pPr marL="0" marR="0" lvl="5" indent="0" algn="l" rtl="0">
              <a:spcBef>
                <a:spcPts val="0"/>
              </a:spcBef>
              <a:buNone/>
              <a:defRPr sz="1000" b="0" i="0" u="none" strike="noStrike" cap="none">
                <a:solidFill>
                  <a:srgbClr val="888888"/>
                </a:solidFill>
                <a:latin typeface="Century Gothic"/>
                <a:ea typeface="Century Gothic"/>
                <a:cs typeface="Century Gothic"/>
                <a:sym typeface="Century Gothic"/>
              </a:defRPr>
            </a:lvl6pPr>
            <a:lvl7pPr marL="0" marR="0" lvl="6" indent="0" algn="l" rtl="0">
              <a:spcBef>
                <a:spcPts val="0"/>
              </a:spcBef>
              <a:buNone/>
              <a:defRPr sz="1000" b="0" i="0" u="none" strike="noStrike" cap="none">
                <a:solidFill>
                  <a:srgbClr val="888888"/>
                </a:solidFill>
                <a:latin typeface="Century Gothic"/>
                <a:ea typeface="Century Gothic"/>
                <a:cs typeface="Century Gothic"/>
                <a:sym typeface="Century Gothic"/>
              </a:defRPr>
            </a:lvl7pPr>
            <a:lvl8pPr marL="0" marR="0" lvl="7" indent="0" algn="l" rtl="0">
              <a:spcBef>
                <a:spcPts val="0"/>
              </a:spcBef>
              <a:buNone/>
              <a:defRPr sz="1000" b="0" i="0" u="none" strike="noStrike" cap="none">
                <a:solidFill>
                  <a:srgbClr val="888888"/>
                </a:solidFill>
                <a:latin typeface="Century Gothic"/>
                <a:ea typeface="Century Gothic"/>
                <a:cs typeface="Century Gothic"/>
                <a:sym typeface="Century Gothic"/>
              </a:defRPr>
            </a:lvl8pPr>
            <a:lvl9pPr marL="0" marR="0" lvl="8" indent="0" algn="l" rtl="0">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0"/>
        <p:cNvGrpSpPr/>
        <p:nvPr/>
      </p:nvGrpSpPr>
      <p:grpSpPr>
        <a:xfrm>
          <a:off x="0" y="0"/>
          <a:ext cx="0" cy="0"/>
          <a:chOff x="0" y="0"/>
          <a:chExt cx="0" cy="0"/>
        </a:xfrm>
      </p:grpSpPr>
      <p:pic>
        <p:nvPicPr>
          <p:cNvPr id="341" name="Google Shape;341;p54"/>
          <p:cNvPicPr preferRelativeResize="0"/>
          <p:nvPr/>
        </p:nvPicPr>
        <p:blipFill rotWithShape="1">
          <a:blip r:embed="rId6">
            <a:alphaModFix/>
          </a:blip>
          <a:srcRect/>
          <a:stretch/>
        </p:blipFill>
        <p:spPr>
          <a:xfrm>
            <a:off x="0" y="6272784"/>
            <a:ext cx="9144000" cy="585216"/>
          </a:xfrm>
          <a:prstGeom prst="rect">
            <a:avLst/>
          </a:prstGeom>
          <a:noFill/>
          <a:ln>
            <a:noFill/>
          </a:ln>
        </p:spPr>
      </p:pic>
      <p:pic>
        <p:nvPicPr>
          <p:cNvPr id="342" name="Google Shape;342;p54" descr="/Users/jasonrodriguez/Projects/Power Points/FINAL Template/images/images/PPT_Template_Header.png"/>
          <p:cNvPicPr preferRelativeResize="0"/>
          <p:nvPr/>
        </p:nvPicPr>
        <p:blipFill rotWithShape="1">
          <a:blip r:embed="rId7">
            <a:alphaModFix/>
          </a:blip>
          <a:srcRect/>
          <a:stretch/>
        </p:blipFill>
        <p:spPr>
          <a:xfrm>
            <a:off x="0" y="0"/>
            <a:ext cx="9144000" cy="975360"/>
          </a:xfrm>
          <a:prstGeom prst="rect">
            <a:avLst/>
          </a:prstGeom>
          <a:noFill/>
          <a:ln>
            <a:noFill/>
          </a:ln>
        </p:spPr>
      </p:pic>
      <p:sp>
        <p:nvSpPr>
          <p:cNvPr id="343" name="Google Shape;343;p54"/>
          <p:cNvSpPr txBox="1">
            <a:spLocks noGrp="1"/>
          </p:cNvSpPr>
          <p:nvPr>
            <p:ph type="sldNum" idx="12"/>
          </p:nvPr>
        </p:nvSpPr>
        <p:spPr>
          <a:xfrm>
            <a:off x="8708569" y="6529849"/>
            <a:ext cx="370115" cy="219294"/>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1000" b="0" i="0" u="none" strike="noStrike" cap="none">
                <a:solidFill>
                  <a:srgbClr val="888888"/>
                </a:solidFill>
                <a:latin typeface="Century Gothic"/>
                <a:ea typeface="Century Gothic"/>
                <a:cs typeface="Century Gothic"/>
                <a:sym typeface="Century Gothic"/>
              </a:defRPr>
            </a:lvl1pPr>
            <a:lvl2pPr marL="0" marR="0" lvl="1" indent="0" algn="l" rtl="0">
              <a:spcBef>
                <a:spcPts val="0"/>
              </a:spcBef>
              <a:buNone/>
              <a:defRPr sz="1000" b="0" i="0" u="none" strike="noStrike" cap="none">
                <a:solidFill>
                  <a:srgbClr val="888888"/>
                </a:solidFill>
                <a:latin typeface="Century Gothic"/>
                <a:ea typeface="Century Gothic"/>
                <a:cs typeface="Century Gothic"/>
                <a:sym typeface="Century Gothic"/>
              </a:defRPr>
            </a:lvl2pPr>
            <a:lvl3pPr marL="0" marR="0" lvl="2" indent="0" algn="l" rtl="0">
              <a:spcBef>
                <a:spcPts val="0"/>
              </a:spcBef>
              <a:buNone/>
              <a:defRPr sz="1000" b="0" i="0" u="none" strike="noStrike" cap="none">
                <a:solidFill>
                  <a:srgbClr val="888888"/>
                </a:solidFill>
                <a:latin typeface="Century Gothic"/>
                <a:ea typeface="Century Gothic"/>
                <a:cs typeface="Century Gothic"/>
                <a:sym typeface="Century Gothic"/>
              </a:defRPr>
            </a:lvl3pPr>
            <a:lvl4pPr marL="0" marR="0" lvl="3" indent="0" algn="l" rtl="0">
              <a:spcBef>
                <a:spcPts val="0"/>
              </a:spcBef>
              <a:buNone/>
              <a:defRPr sz="1000" b="0" i="0" u="none" strike="noStrike" cap="none">
                <a:solidFill>
                  <a:srgbClr val="888888"/>
                </a:solidFill>
                <a:latin typeface="Century Gothic"/>
                <a:ea typeface="Century Gothic"/>
                <a:cs typeface="Century Gothic"/>
                <a:sym typeface="Century Gothic"/>
              </a:defRPr>
            </a:lvl4pPr>
            <a:lvl5pPr marL="0" marR="0" lvl="4" indent="0" algn="l" rtl="0">
              <a:spcBef>
                <a:spcPts val="0"/>
              </a:spcBef>
              <a:buNone/>
              <a:defRPr sz="1000" b="0" i="0" u="none" strike="noStrike" cap="none">
                <a:solidFill>
                  <a:srgbClr val="888888"/>
                </a:solidFill>
                <a:latin typeface="Century Gothic"/>
                <a:ea typeface="Century Gothic"/>
                <a:cs typeface="Century Gothic"/>
                <a:sym typeface="Century Gothic"/>
              </a:defRPr>
            </a:lvl5pPr>
            <a:lvl6pPr marL="0" marR="0" lvl="5" indent="0" algn="l" rtl="0">
              <a:spcBef>
                <a:spcPts val="0"/>
              </a:spcBef>
              <a:buNone/>
              <a:defRPr sz="1000" b="0" i="0" u="none" strike="noStrike" cap="none">
                <a:solidFill>
                  <a:srgbClr val="888888"/>
                </a:solidFill>
                <a:latin typeface="Century Gothic"/>
                <a:ea typeface="Century Gothic"/>
                <a:cs typeface="Century Gothic"/>
                <a:sym typeface="Century Gothic"/>
              </a:defRPr>
            </a:lvl6pPr>
            <a:lvl7pPr marL="0" marR="0" lvl="6" indent="0" algn="l" rtl="0">
              <a:spcBef>
                <a:spcPts val="0"/>
              </a:spcBef>
              <a:buNone/>
              <a:defRPr sz="1000" b="0" i="0" u="none" strike="noStrike" cap="none">
                <a:solidFill>
                  <a:srgbClr val="888888"/>
                </a:solidFill>
                <a:latin typeface="Century Gothic"/>
                <a:ea typeface="Century Gothic"/>
                <a:cs typeface="Century Gothic"/>
                <a:sym typeface="Century Gothic"/>
              </a:defRPr>
            </a:lvl7pPr>
            <a:lvl8pPr marL="0" marR="0" lvl="7" indent="0" algn="l" rtl="0">
              <a:spcBef>
                <a:spcPts val="0"/>
              </a:spcBef>
              <a:buNone/>
              <a:defRPr sz="1000" b="0" i="0" u="none" strike="noStrike" cap="none">
                <a:solidFill>
                  <a:srgbClr val="888888"/>
                </a:solidFill>
                <a:latin typeface="Century Gothic"/>
                <a:ea typeface="Century Gothic"/>
                <a:cs typeface="Century Gothic"/>
                <a:sym typeface="Century Gothic"/>
              </a:defRPr>
            </a:lvl8pPr>
            <a:lvl9pPr marL="0" marR="0" lvl="8" indent="0" algn="l" rtl="0">
              <a:spcBef>
                <a:spcPts val="0"/>
              </a:spcBef>
              <a:buNone/>
              <a:defRPr sz="1000" b="0" i="0" u="none" strike="noStrike" cap="none">
                <a:solidFill>
                  <a:srgbClr val="888888"/>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8"/>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7.xml"/><Relationship Id="rId4" Type="http://schemas.openxmlformats.org/officeDocument/2006/relationships/image" Target="../media/image40.png"/></Relationships>
</file>

<file path=ppt/slides/_rels/slide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7.xml"/><Relationship Id="rId4" Type="http://schemas.openxmlformats.org/officeDocument/2006/relationships/image" Target="../media/image43.png"/></Relationships>
</file>

<file path=ppt/slides/_rels/slide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7.png"/><Relationship Id="rId1" Type="http://schemas.openxmlformats.org/officeDocument/2006/relationships/slideLayout" Target="../slideLayouts/slideLayout27.xml"/><Relationship Id="rId4" Type="http://schemas.openxmlformats.org/officeDocument/2006/relationships/image" Target="../media/image4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1"/>
          <p:cNvSpPr txBox="1">
            <a:spLocks noGrp="1"/>
          </p:cNvSpPr>
          <p:nvPr>
            <p:ph type="body" idx="1"/>
          </p:nvPr>
        </p:nvSpPr>
        <p:spPr>
          <a:xfrm>
            <a:off x="123825" y="1188721"/>
            <a:ext cx="5776232" cy="2955110"/>
          </a:xfrm>
          <a:prstGeom prst="rect">
            <a:avLst/>
          </a:prstGeom>
          <a:solidFill>
            <a:schemeClr val="lt1">
              <a:alpha val="49803"/>
            </a:schemeClr>
          </a:solidFill>
          <a:ln>
            <a:noFill/>
          </a:ln>
        </p:spPr>
        <p:txBody>
          <a:bodyPr spcFirstLastPara="1" wrap="square" lIns="91425" tIns="45700" rIns="91425" bIns="45700" anchor="t" anchorCtr="0">
            <a:noAutofit/>
          </a:bodyPr>
          <a:lstStyle/>
          <a:p>
            <a:pPr marL="0" indent="0">
              <a:spcBef>
                <a:spcPts val="0"/>
              </a:spcBef>
              <a:buSzPts val="3600"/>
            </a:pPr>
            <a:r>
              <a:rPr lang="en-US" dirty="0"/>
              <a:t>Project Concept Proposal</a:t>
            </a:r>
          </a:p>
          <a:p>
            <a:pPr marL="0" indent="0">
              <a:spcBef>
                <a:spcPts val="0"/>
              </a:spcBef>
              <a:buSzPts val="3600"/>
            </a:pPr>
            <a:endParaRPr lang="en-US" sz="5400" dirty="0"/>
          </a:p>
          <a:p>
            <a:pPr marL="0" indent="0">
              <a:spcBef>
                <a:spcPts val="0"/>
              </a:spcBef>
              <a:buSzPts val="3600"/>
            </a:pPr>
            <a:endParaRPr lang="en-US" sz="2000" dirty="0"/>
          </a:p>
          <a:p>
            <a:pPr marL="0" indent="0">
              <a:spcBef>
                <a:spcPts val="0"/>
              </a:spcBef>
              <a:buSzPts val="3600"/>
            </a:pPr>
            <a:r>
              <a:rPr lang="en-US" sz="2000" dirty="0"/>
              <a:t>SSW 423: Software</a:t>
            </a:r>
            <a:br>
              <a:rPr lang="en-US" sz="2000" dirty="0"/>
            </a:br>
            <a:r>
              <a:rPr lang="en-US" sz="2000" dirty="0"/>
              <a:t>Engineering Design VII</a:t>
            </a:r>
          </a:p>
          <a:p>
            <a:pPr marL="0" lvl="0" indent="0" algn="l" rtl="0">
              <a:spcBef>
                <a:spcPts val="0"/>
              </a:spcBef>
              <a:spcAft>
                <a:spcPts val="0"/>
              </a:spcAft>
              <a:buClr>
                <a:schemeClr val="dk1"/>
              </a:buClr>
              <a:buSzPts val="3600"/>
              <a:buNone/>
            </a:pPr>
            <a:endParaRPr dirty="0"/>
          </a:p>
        </p:txBody>
      </p:sp>
      <p:sp>
        <p:nvSpPr>
          <p:cNvPr id="377" name="Google Shape;377;p1"/>
          <p:cNvSpPr txBox="1">
            <a:spLocks noGrp="1"/>
          </p:cNvSpPr>
          <p:nvPr>
            <p:ph type="body" idx="3"/>
          </p:nvPr>
        </p:nvSpPr>
        <p:spPr>
          <a:xfrm>
            <a:off x="123825" y="4191724"/>
            <a:ext cx="5776232" cy="201022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400"/>
              <a:buNone/>
            </a:pPr>
            <a:endParaRPr lang="en-US" dirty="0"/>
          </a:p>
          <a:p>
            <a:pPr marL="0" lvl="0" indent="0" algn="l" rtl="0">
              <a:spcBef>
                <a:spcPts val="0"/>
              </a:spcBef>
              <a:spcAft>
                <a:spcPts val="0"/>
              </a:spcAft>
              <a:buClr>
                <a:schemeClr val="dk1"/>
              </a:buClr>
              <a:buSzPts val="2400"/>
              <a:buNone/>
            </a:pPr>
            <a:endParaRPr lang="en-US" sz="1400" dirty="0"/>
          </a:p>
          <a:p>
            <a:pPr marL="0" lvl="0" indent="0" algn="l" rtl="0">
              <a:spcBef>
                <a:spcPts val="0"/>
              </a:spcBef>
              <a:spcAft>
                <a:spcPts val="0"/>
              </a:spcAft>
              <a:buClr>
                <a:schemeClr val="dk1"/>
              </a:buClr>
              <a:buSzPts val="2400"/>
              <a:buNone/>
            </a:pPr>
            <a:r>
              <a:rPr lang="en-US" sz="1400" dirty="0"/>
              <a:t>Team Member Names</a:t>
            </a:r>
          </a:p>
          <a:p>
            <a:pPr marL="0" lvl="0" indent="0" algn="l" rtl="0">
              <a:spcBef>
                <a:spcPts val="0"/>
              </a:spcBef>
              <a:spcAft>
                <a:spcPts val="0"/>
              </a:spcAft>
              <a:buClr>
                <a:schemeClr val="dk1"/>
              </a:buClr>
              <a:buSzPts val="2400"/>
              <a:buNone/>
            </a:pPr>
            <a:br>
              <a:rPr lang="en-US" sz="1400" dirty="0"/>
            </a:br>
            <a:r>
              <a:rPr lang="en-US" sz="1400" dirty="0">
                <a:effectLst/>
                <a:latin typeface="Arial" panose="020B0604020202020204" pitchFamily="34" charset="0"/>
              </a:rPr>
              <a:t>Software Engineering</a:t>
            </a:r>
            <a:br>
              <a:rPr lang="en-US" sz="1400" dirty="0"/>
            </a:br>
            <a:r>
              <a:rPr lang="en-US" sz="1400" dirty="0">
                <a:effectLst/>
                <a:latin typeface="Arial" panose="020B0604020202020204" pitchFamily="34" charset="0"/>
              </a:rPr>
              <a:t>School of Systems and Enterprises</a:t>
            </a:r>
            <a:endParaRPr sz="1800" dirty="0"/>
          </a:p>
        </p:txBody>
      </p:sp>
      <p:sp>
        <p:nvSpPr>
          <p:cNvPr id="378" name="Google Shape;378;p1"/>
          <p:cNvSpPr txBox="1">
            <a:spLocks noGrp="1"/>
          </p:cNvSpPr>
          <p:nvPr>
            <p:ph type="ftr" idx="11"/>
          </p:nvPr>
        </p:nvSpPr>
        <p:spPr>
          <a:xfrm>
            <a:off x="2138675" y="6519575"/>
            <a:ext cx="5149800" cy="2484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50" b="0" i="0" u="none" strike="noStrike" cap="none">
                <a:solidFill>
                  <a:schemeClr val="dk1"/>
                </a:solidFill>
                <a:latin typeface="Calibri"/>
                <a:ea typeface="Calibri"/>
                <a:cs typeface="Calibri"/>
                <a:sym typeface="Calibri"/>
              </a:rPr>
              <a:t>© 20</a:t>
            </a:r>
            <a:r>
              <a:rPr lang="en-US" sz="1050">
                <a:solidFill>
                  <a:schemeClr val="dk1"/>
                </a:solidFill>
                <a:latin typeface="Calibri"/>
                <a:ea typeface="Calibri"/>
                <a:cs typeface="Calibri"/>
                <a:sym typeface="Calibri"/>
              </a:rPr>
              <a:t>20</a:t>
            </a:r>
            <a:r>
              <a:rPr lang="en-US" sz="1050" b="0" i="0" u="none" strike="noStrike" cap="none">
                <a:solidFill>
                  <a:schemeClr val="dk1"/>
                </a:solidFill>
                <a:latin typeface="Calibri"/>
                <a:ea typeface="Calibri"/>
                <a:cs typeface="Calibri"/>
                <a:sym typeface="Calibri"/>
              </a:rPr>
              <a:t> Stevens Institute of Technology. All Rights Reserved.</a:t>
            </a:r>
            <a:endParaRPr sz="1050" b="0" i="0" u="none" strike="noStrike" cap="none">
              <a:solidFill>
                <a:schemeClr val="dk1"/>
              </a:solidFill>
              <a:latin typeface="Calibri"/>
              <a:ea typeface="Calibri"/>
              <a:cs typeface="Calibri"/>
              <a:sym typeface="Calibri"/>
            </a:endParaRPr>
          </a:p>
        </p:txBody>
      </p:sp>
      <p:sp>
        <p:nvSpPr>
          <p:cNvPr id="379" name="Google Shape;379;p1"/>
          <p:cNvSpPr txBox="1">
            <a:spLocks noGrp="1"/>
          </p:cNvSpPr>
          <p:nvPr>
            <p:ph type="ftr" idx="11"/>
          </p:nvPr>
        </p:nvSpPr>
        <p:spPr>
          <a:xfrm>
            <a:off x="1224275" y="6519575"/>
            <a:ext cx="4810500" cy="2484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50" b="0" i="0" u="none" strike="noStrike" cap="none">
                <a:solidFill>
                  <a:schemeClr val="dk1"/>
                </a:solidFill>
                <a:latin typeface="Calibri"/>
                <a:ea typeface="Calibri"/>
                <a:cs typeface="Calibri"/>
                <a:sym typeface="Calibri"/>
              </a:rPr>
              <a:t>© 20</a:t>
            </a:r>
            <a:r>
              <a:rPr lang="en-US" sz="1050">
                <a:solidFill>
                  <a:schemeClr val="dk1"/>
                </a:solidFill>
                <a:latin typeface="Calibri"/>
                <a:ea typeface="Calibri"/>
                <a:cs typeface="Calibri"/>
                <a:sym typeface="Calibri"/>
              </a:rPr>
              <a:t>20</a:t>
            </a:r>
            <a:r>
              <a:rPr lang="en-US" sz="1050" b="0" i="0" u="none" strike="noStrike" cap="none">
                <a:solidFill>
                  <a:schemeClr val="dk1"/>
                </a:solidFill>
                <a:latin typeface="Calibri"/>
                <a:ea typeface="Calibri"/>
                <a:cs typeface="Calibri"/>
                <a:sym typeface="Calibri"/>
              </a:rPr>
              <a:t> Stevens Institute of Technology. All Rights Reserved.</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E9640-B84E-F48E-2CBA-CD6783B943EC}"/>
              </a:ext>
            </a:extLst>
          </p:cNvPr>
          <p:cNvSpPr>
            <a:spLocks noGrp="1"/>
          </p:cNvSpPr>
          <p:nvPr>
            <p:ph type="title"/>
          </p:nvPr>
        </p:nvSpPr>
        <p:spPr/>
        <p:txBody>
          <a:bodyPr/>
          <a:lstStyle/>
          <a:p>
            <a:r>
              <a:rPr lang="en-US" dirty="0"/>
              <a:t>Team Introductions</a:t>
            </a:r>
          </a:p>
        </p:txBody>
      </p:sp>
      <p:sp>
        <p:nvSpPr>
          <p:cNvPr id="3" name="Text Placeholder 2">
            <a:extLst>
              <a:ext uri="{FF2B5EF4-FFF2-40B4-BE49-F238E27FC236}">
                <a16:creationId xmlns:a16="http://schemas.microsoft.com/office/drawing/2014/main" id="{B50AAB45-6D87-C8B3-0812-248CED741710}"/>
              </a:ext>
            </a:extLst>
          </p:cNvPr>
          <p:cNvSpPr>
            <a:spLocks noGrp="1"/>
          </p:cNvSpPr>
          <p:nvPr>
            <p:ph type="body" idx="1"/>
          </p:nvPr>
        </p:nvSpPr>
        <p:spPr>
          <a:xfrm>
            <a:off x="227013" y="2471780"/>
            <a:ext cx="5648950" cy="3535027"/>
          </a:xfrm>
        </p:spPr>
        <p:txBody>
          <a:bodyPr/>
          <a:lstStyle/>
          <a:p>
            <a:r>
              <a:rPr lang="en-US" dirty="0"/>
              <a:t>Name, year, background, anything relevant.</a:t>
            </a:r>
          </a:p>
        </p:txBody>
      </p:sp>
      <p:sp>
        <p:nvSpPr>
          <p:cNvPr id="4" name="Text Placeholder 3">
            <a:extLst>
              <a:ext uri="{FF2B5EF4-FFF2-40B4-BE49-F238E27FC236}">
                <a16:creationId xmlns:a16="http://schemas.microsoft.com/office/drawing/2014/main" id="{18A9A36D-4B2D-1D84-BBA1-814EF486B319}"/>
              </a:ext>
            </a:extLst>
          </p:cNvPr>
          <p:cNvSpPr>
            <a:spLocks noGrp="1"/>
          </p:cNvSpPr>
          <p:nvPr>
            <p:ph type="body" idx="2"/>
          </p:nvPr>
        </p:nvSpPr>
        <p:spPr>
          <a:xfrm>
            <a:off x="227013" y="1417638"/>
            <a:ext cx="8691562" cy="804862"/>
          </a:xfrm>
        </p:spPr>
        <p:txBody>
          <a:bodyPr/>
          <a:lstStyle/>
          <a:p>
            <a:endParaRPr lang="en-US" dirty="0"/>
          </a:p>
        </p:txBody>
      </p:sp>
      <p:sp>
        <p:nvSpPr>
          <p:cNvPr id="5" name="Slide Number Placeholder 4">
            <a:extLst>
              <a:ext uri="{FF2B5EF4-FFF2-40B4-BE49-F238E27FC236}">
                <a16:creationId xmlns:a16="http://schemas.microsoft.com/office/drawing/2014/main" id="{324FBCC4-46C3-18DF-9CA3-2706AAE04EB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1143711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C13C0-5C20-BF56-231A-666E058303C7}"/>
              </a:ext>
            </a:extLst>
          </p:cNvPr>
          <p:cNvSpPr>
            <a:spLocks noGrp="1"/>
          </p:cNvSpPr>
          <p:nvPr>
            <p:ph type="title"/>
          </p:nvPr>
        </p:nvSpPr>
        <p:spPr/>
        <p:txBody>
          <a:bodyPr/>
          <a:lstStyle/>
          <a:p>
            <a:r>
              <a:rPr lang="en-US" dirty="0"/>
              <a:t>Project Description</a:t>
            </a:r>
          </a:p>
        </p:txBody>
      </p:sp>
      <p:sp>
        <p:nvSpPr>
          <p:cNvPr id="3" name="Text Placeholder 2">
            <a:extLst>
              <a:ext uri="{FF2B5EF4-FFF2-40B4-BE49-F238E27FC236}">
                <a16:creationId xmlns:a16="http://schemas.microsoft.com/office/drawing/2014/main" id="{8EBC169A-F420-7F44-E205-2F60ED5E0373}"/>
              </a:ext>
            </a:extLst>
          </p:cNvPr>
          <p:cNvSpPr>
            <a:spLocks noGrp="1"/>
          </p:cNvSpPr>
          <p:nvPr>
            <p:ph type="body" idx="1"/>
          </p:nvPr>
        </p:nvSpPr>
        <p:spPr/>
        <p:txBody>
          <a:bodyPr/>
          <a:lstStyle/>
          <a:p>
            <a:pPr marL="114300" indent="0">
              <a:buNone/>
            </a:pPr>
            <a:endParaRPr lang="en-US" dirty="0"/>
          </a:p>
        </p:txBody>
      </p:sp>
      <p:sp>
        <p:nvSpPr>
          <p:cNvPr id="4" name="Text Placeholder 3">
            <a:extLst>
              <a:ext uri="{FF2B5EF4-FFF2-40B4-BE49-F238E27FC236}">
                <a16:creationId xmlns:a16="http://schemas.microsoft.com/office/drawing/2014/main" id="{555CE249-E42C-D39E-5C14-31F06A6A1138}"/>
              </a:ext>
            </a:extLst>
          </p:cNvPr>
          <p:cNvSpPr>
            <a:spLocks noGrp="1"/>
          </p:cNvSpPr>
          <p:nvPr>
            <p:ph type="body" idx="2"/>
          </p:nvPr>
        </p:nvSpPr>
        <p:spPr/>
        <p:txBody>
          <a:bodyPr/>
          <a:lstStyle/>
          <a:p>
            <a:r>
              <a:rPr lang="en-US" dirty="0"/>
              <a:t>Details about the project.  Total presentation 5-10min.</a:t>
            </a:r>
          </a:p>
        </p:txBody>
      </p:sp>
      <p:sp>
        <p:nvSpPr>
          <p:cNvPr id="5" name="Slide Number Placeholder 4">
            <a:extLst>
              <a:ext uri="{FF2B5EF4-FFF2-40B4-BE49-F238E27FC236}">
                <a16:creationId xmlns:a16="http://schemas.microsoft.com/office/drawing/2014/main" id="{D5188309-1B56-1374-119B-C91440E881C7}"/>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3423461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4B741-9C5A-713B-D797-49D555A6B454}"/>
              </a:ext>
            </a:extLst>
          </p:cNvPr>
          <p:cNvSpPr>
            <a:spLocks noGrp="1"/>
          </p:cNvSpPr>
          <p:nvPr>
            <p:ph type="title"/>
          </p:nvPr>
        </p:nvSpPr>
        <p:spPr/>
        <p:txBody>
          <a:bodyPr/>
          <a:lstStyle/>
          <a:p>
            <a:r>
              <a:rPr lang="en-US" dirty="0"/>
              <a:t>Agile Process</a:t>
            </a:r>
          </a:p>
        </p:txBody>
      </p:sp>
      <p:sp>
        <p:nvSpPr>
          <p:cNvPr id="5" name="Slide Number Placeholder 4">
            <a:extLst>
              <a:ext uri="{FF2B5EF4-FFF2-40B4-BE49-F238E27FC236}">
                <a16:creationId xmlns:a16="http://schemas.microsoft.com/office/drawing/2014/main" id="{D2E49A82-B947-743D-96B5-537B6B471ABA}"/>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4</a:t>
            </a:fld>
            <a:endParaRPr lang="en-US"/>
          </a:p>
        </p:txBody>
      </p:sp>
      <p:pic>
        <p:nvPicPr>
          <p:cNvPr id="6" name="Picture 5" descr="A diagram of a diagram&#10;&#10;Description automatically generated with medium confidence">
            <a:extLst>
              <a:ext uri="{FF2B5EF4-FFF2-40B4-BE49-F238E27FC236}">
                <a16:creationId xmlns:a16="http://schemas.microsoft.com/office/drawing/2014/main" id="{3378294A-4F49-0219-7F3A-1DB52282248C}"/>
              </a:ext>
            </a:extLst>
          </p:cNvPr>
          <p:cNvPicPr>
            <a:picLocks noChangeAspect="1"/>
          </p:cNvPicPr>
          <p:nvPr/>
        </p:nvPicPr>
        <p:blipFill>
          <a:blip r:embed="rId3"/>
          <a:stretch>
            <a:fillRect/>
          </a:stretch>
        </p:blipFill>
        <p:spPr>
          <a:xfrm>
            <a:off x="3906701" y="1248729"/>
            <a:ext cx="5171983" cy="3475512"/>
          </a:xfrm>
          <a:prstGeom prst="rect">
            <a:avLst/>
          </a:prstGeom>
        </p:spPr>
      </p:pic>
      <p:sp>
        <p:nvSpPr>
          <p:cNvPr id="3" name="TextBox 2">
            <a:extLst>
              <a:ext uri="{FF2B5EF4-FFF2-40B4-BE49-F238E27FC236}">
                <a16:creationId xmlns:a16="http://schemas.microsoft.com/office/drawing/2014/main" id="{D226ECFD-BD94-9BEC-A5F4-1E8C468B5064}"/>
              </a:ext>
            </a:extLst>
          </p:cNvPr>
          <p:cNvSpPr txBox="1"/>
          <p:nvPr/>
        </p:nvSpPr>
        <p:spPr>
          <a:xfrm>
            <a:off x="418941" y="5329000"/>
            <a:ext cx="8659743" cy="738664"/>
          </a:xfrm>
          <a:prstGeom prst="rect">
            <a:avLst/>
          </a:prstGeom>
          <a:noFill/>
        </p:spPr>
        <p:txBody>
          <a:bodyPr wrap="none" rtlCol="0">
            <a:spAutoFit/>
          </a:bodyPr>
          <a:lstStyle/>
          <a:p>
            <a:r>
              <a:rPr lang="en-US" dirty="0"/>
              <a:t>Highlight the fact that we are planning to follow the Agile Unified Process, described by the diagram above.</a:t>
            </a:r>
          </a:p>
          <a:p>
            <a:r>
              <a:rPr lang="en-US" dirty="0"/>
              <a:t>We are at the beginning half of the Elaboration Column and starting preliminary iterations with sample code</a:t>
            </a:r>
          </a:p>
          <a:p>
            <a:r>
              <a:rPr lang="en-US" dirty="0"/>
              <a:t>And interfaces</a:t>
            </a:r>
          </a:p>
        </p:txBody>
      </p:sp>
      <p:sp>
        <p:nvSpPr>
          <p:cNvPr id="4" name="Up-Down Arrow 3">
            <a:extLst>
              <a:ext uri="{FF2B5EF4-FFF2-40B4-BE49-F238E27FC236}">
                <a16:creationId xmlns:a16="http://schemas.microsoft.com/office/drawing/2014/main" id="{5A5DD712-796B-83CA-631F-250FE23E4B62}"/>
              </a:ext>
            </a:extLst>
          </p:cNvPr>
          <p:cNvSpPr/>
          <p:nvPr/>
        </p:nvSpPr>
        <p:spPr>
          <a:xfrm>
            <a:off x="5949538" y="1248730"/>
            <a:ext cx="237505" cy="3121390"/>
          </a:xfrm>
          <a:prstGeom prst="up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476480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966A5-E218-F72C-0222-6DD84D3D4CC5}"/>
              </a:ext>
            </a:extLst>
          </p:cNvPr>
          <p:cNvSpPr>
            <a:spLocks noGrp="1"/>
          </p:cNvSpPr>
          <p:nvPr>
            <p:ph type="title"/>
          </p:nvPr>
        </p:nvSpPr>
        <p:spPr/>
        <p:txBody>
          <a:bodyPr/>
          <a:lstStyle/>
          <a:p>
            <a:r>
              <a:rPr lang="en-US" dirty="0"/>
              <a:t>Remind Audience about Development Plan </a:t>
            </a:r>
          </a:p>
        </p:txBody>
      </p:sp>
      <p:sp>
        <p:nvSpPr>
          <p:cNvPr id="3" name="Text Placeholder 2">
            <a:extLst>
              <a:ext uri="{FF2B5EF4-FFF2-40B4-BE49-F238E27FC236}">
                <a16:creationId xmlns:a16="http://schemas.microsoft.com/office/drawing/2014/main" id="{50D0A401-EE54-CABC-D803-ADA91F3D5B6B}"/>
              </a:ext>
            </a:extLst>
          </p:cNvPr>
          <p:cNvSpPr>
            <a:spLocks noGrp="1"/>
          </p:cNvSpPr>
          <p:nvPr>
            <p:ph type="body" idx="1"/>
          </p:nvPr>
        </p:nvSpPr>
        <p:spPr/>
        <p:txBody>
          <a:bodyPr/>
          <a:lstStyle/>
          <a:p>
            <a:endParaRPr lang="en-US"/>
          </a:p>
        </p:txBody>
      </p:sp>
      <p:sp>
        <p:nvSpPr>
          <p:cNvPr id="4" name="Text Placeholder 3">
            <a:extLst>
              <a:ext uri="{FF2B5EF4-FFF2-40B4-BE49-F238E27FC236}">
                <a16:creationId xmlns:a16="http://schemas.microsoft.com/office/drawing/2014/main" id="{89FC8797-4660-5324-CDFF-D758A0CF97FC}"/>
              </a:ext>
            </a:extLst>
          </p:cNvPr>
          <p:cNvSpPr>
            <a:spLocks noGrp="1"/>
          </p:cNvSpPr>
          <p:nvPr>
            <p:ph type="body" idx="2"/>
          </p:nvPr>
        </p:nvSpPr>
        <p:spPr/>
        <p:txBody>
          <a:bodyPr/>
          <a:lstStyle/>
          <a:p>
            <a:r>
              <a:rPr lang="en-US" dirty="0"/>
              <a:t>-- Relevant information only, such as milestones.</a:t>
            </a:r>
          </a:p>
        </p:txBody>
      </p:sp>
      <p:sp>
        <p:nvSpPr>
          <p:cNvPr id="5" name="Slide Number Placeholder 4">
            <a:extLst>
              <a:ext uri="{FF2B5EF4-FFF2-40B4-BE49-F238E27FC236}">
                <a16:creationId xmlns:a16="http://schemas.microsoft.com/office/drawing/2014/main" id="{250D174E-3B5D-2E2C-D946-22CF8922C91D}"/>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2855589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00A5C-C522-116E-57AC-DC0B63B5701C}"/>
              </a:ext>
            </a:extLst>
          </p:cNvPr>
          <p:cNvSpPr>
            <a:spLocks noGrp="1"/>
          </p:cNvSpPr>
          <p:nvPr>
            <p:ph type="title"/>
          </p:nvPr>
        </p:nvSpPr>
        <p:spPr/>
        <p:txBody>
          <a:bodyPr/>
          <a:lstStyle/>
          <a:p>
            <a:r>
              <a:rPr lang="en-US" dirty="0"/>
              <a:t>Requirements</a:t>
            </a:r>
          </a:p>
        </p:txBody>
      </p:sp>
      <p:sp>
        <p:nvSpPr>
          <p:cNvPr id="3" name="Text Placeholder 2">
            <a:extLst>
              <a:ext uri="{FF2B5EF4-FFF2-40B4-BE49-F238E27FC236}">
                <a16:creationId xmlns:a16="http://schemas.microsoft.com/office/drawing/2014/main" id="{A3004E3B-31F4-C5A5-A191-BE333759E7BA}"/>
              </a:ext>
            </a:extLst>
          </p:cNvPr>
          <p:cNvSpPr>
            <a:spLocks noGrp="1"/>
          </p:cNvSpPr>
          <p:nvPr>
            <p:ph type="body" idx="1"/>
          </p:nvPr>
        </p:nvSpPr>
        <p:spPr>
          <a:xfrm>
            <a:off x="227012" y="2558866"/>
            <a:ext cx="8691561" cy="3535027"/>
          </a:xfrm>
        </p:spPr>
        <p:txBody>
          <a:bodyPr/>
          <a:lstStyle/>
          <a:p>
            <a:r>
              <a:rPr lang="en-US" dirty="0"/>
              <a:t>Table of the requirements:</a:t>
            </a:r>
          </a:p>
          <a:p>
            <a:r>
              <a:rPr lang="en-US" dirty="0"/>
              <a:t>Prioritized via:</a:t>
            </a:r>
          </a:p>
          <a:p>
            <a:pPr lvl="1"/>
            <a:r>
              <a:rPr lang="en-US" dirty="0"/>
              <a:t>Must</a:t>
            </a:r>
          </a:p>
          <a:p>
            <a:pPr lvl="1"/>
            <a:r>
              <a:rPr lang="en-US" dirty="0"/>
              <a:t>Should</a:t>
            </a:r>
          </a:p>
          <a:p>
            <a:pPr lvl="1"/>
            <a:r>
              <a:rPr lang="en-US" dirty="0"/>
              <a:t>Could</a:t>
            </a:r>
          </a:p>
          <a:p>
            <a:pPr lvl="1"/>
            <a:r>
              <a:rPr lang="en-US" dirty="0"/>
              <a:t>Would</a:t>
            </a:r>
          </a:p>
          <a:p>
            <a:r>
              <a:rPr lang="en-US" dirty="0"/>
              <a:t>Segment into: functional, non-functional, user, business, domain, anything relevant.</a:t>
            </a:r>
          </a:p>
          <a:p>
            <a:r>
              <a:rPr lang="en-US" dirty="0"/>
              <a:t>Reference Use Case Diagrams and Use Cases  </a:t>
            </a:r>
          </a:p>
        </p:txBody>
      </p:sp>
      <p:sp>
        <p:nvSpPr>
          <p:cNvPr id="4" name="Text Placeholder 3">
            <a:extLst>
              <a:ext uri="{FF2B5EF4-FFF2-40B4-BE49-F238E27FC236}">
                <a16:creationId xmlns:a16="http://schemas.microsoft.com/office/drawing/2014/main" id="{008DA4DE-447B-590B-3746-51944F2369E4}"/>
              </a:ext>
            </a:extLst>
          </p:cNvPr>
          <p:cNvSpPr>
            <a:spLocks noGrp="1"/>
          </p:cNvSpPr>
          <p:nvPr>
            <p:ph type="body" idx="2"/>
          </p:nvPr>
        </p:nvSpPr>
        <p:spPr>
          <a:xfrm>
            <a:off x="202064" y="1035388"/>
            <a:ext cx="8691562" cy="804862"/>
          </a:xfrm>
        </p:spPr>
        <p:txBody>
          <a:bodyPr/>
          <a:lstStyle/>
          <a:p>
            <a:r>
              <a:rPr lang="en-US" dirty="0"/>
              <a:t>Must, Should, Could, Would</a:t>
            </a:r>
          </a:p>
        </p:txBody>
      </p:sp>
      <p:sp>
        <p:nvSpPr>
          <p:cNvPr id="5" name="Slide Number Placeholder 4">
            <a:extLst>
              <a:ext uri="{FF2B5EF4-FFF2-40B4-BE49-F238E27FC236}">
                <a16:creationId xmlns:a16="http://schemas.microsoft.com/office/drawing/2014/main" id="{EE1768FC-62DD-0EED-130A-90FAFA194430}"/>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6</a:t>
            </a:fld>
            <a:endParaRPr lang="en-US"/>
          </a:p>
        </p:txBody>
      </p:sp>
      <p:pic>
        <p:nvPicPr>
          <p:cNvPr id="6" name="Picture 5" descr="A diagram of a diagram&#10;&#10;Description automatically generated with medium confidence">
            <a:extLst>
              <a:ext uri="{FF2B5EF4-FFF2-40B4-BE49-F238E27FC236}">
                <a16:creationId xmlns:a16="http://schemas.microsoft.com/office/drawing/2014/main" id="{60815892-11BB-0A75-5F0E-B101CD86C703}"/>
              </a:ext>
            </a:extLst>
          </p:cNvPr>
          <p:cNvPicPr>
            <a:picLocks noChangeAspect="1"/>
          </p:cNvPicPr>
          <p:nvPr/>
        </p:nvPicPr>
        <p:blipFill>
          <a:blip r:embed="rId2"/>
          <a:stretch>
            <a:fillRect/>
          </a:stretch>
        </p:blipFill>
        <p:spPr>
          <a:xfrm>
            <a:off x="5679476" y="1057444"/>
            <a:ext cx="3399208" cy="2284228"/>
          </a:xfrm>
          <a:prstGeom prst="rect">
            <a:avLst/>
          </a:prstGeom>
        </p:spPr>
      </p:pic>
      <p:sp>
        <p:nvSpPr>
          <p:cNvPr id="7" name="Up-Down Arrow 6">
            <a:extLst>
              <a:ext uri="{FF2B5EF4-FFF2-40B4-BE49-F238E27FC236}">
                <a16:creationId xmlns:a16="http://schemas.microsoft.com/office/drawing/2014/main" id="{0083A7BE-905A-13F1-B9BD-23862AA13638}"/>
              </a:ext>
            </a:extLst>
          </p:cNvPr>
          <p:cNvSpPr/>
          <p:nvPr/>
        </p:nvSpPr>
        <p:spPr>
          <a:xfrm>
            <a:off x="7006442" y="1057444"/>
            <a:ext cx="154379" cy="2006390"/>
          </a:xfrm>
          <a:prstGeom prst="up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3847640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5C58B49-5116-9D79-4A83-57DAD8A0424A}"/>
              </a:ext>
            </a:extLst>
          </p:cNvPr>
          <p:cNvSpPr>
            <a:spLocks noGrp="1"/>
          </p:cNvSpPr>
          <p:nvPr>
            <p:ph type="sldNum" sz="quarter" idx="4"/>
          </p:nvPr>
        </p:nvSpPr>
        <p:spPr/>
        <p:txBody>
          <a:bodyPr/>
          <a:lstStyle/>
          <a:p>
            <a:fld id="{F6F79CA1-B382-4F43-AD32-0B0E11510FDC}" type="slidenum">
              <a:rPr lang="en-US" smtClean="0"/>
              <a:pPr/>
              <a:t>7</a:t>
            </a:fld>
            <a:endParaRPr lang="en-US" dirty="0"/>
          </a:p>
        </p:txBody>
      </p:sp>
      <p:sp>
        <p:nvSpPr>
          <p:cNvPr id="6" name="Title 1">
            <a:extLst>
              <a:ext uri="{FF2B5EF4-FFF2-40B4-BE49-F238E27FC236}">
                <a16:creationId xmlns:a16="http://schemas.microsoft.com/office/drawing/2014/main" id="{9CFFDA82-6FB5-D991-BACF-FFBA9FB4DE47}"/>
              </a:ext>
            </a:extLst>
          </p:cNvPr>
          <p:cNvSpPr>
            <a:spLocks noGrp="1"/>
          </p:cNvSpPr>
          <p:nvPr>
            <p:ph type="title"/>
          </p:nvPr>
        </p:nvSpPr>
        <p:spPr>
          <a:xfrm>
            <a:off x="152400" y="218135"/>
            <a:ext cx="8534400" cy="715963"/>
          </a:xfrm>
        </p:spPr>
        <p:txBody>
          <a:bodyPr/>
          <a:lstStyle/>
          <a:p>
            <a:r>
              <a:rPr lang="en-US" sz="3200" dirty="0"/>
              <a:t>Requirements</a:t>
            </a:r>
          </a:p>
        </p:txBody>
      </p:sp>
      <p:sp>
        <p:nvSpPr>
          <p:cNvPr id="7" name="Slide Number Placeholder 3">
            <a:extLst>
              <a:ext uri="{FF2B5EF4-FFF2-40B4-BE49-F238E27FC236}">
                <a16:creationId xmlns:a16="http://schemas.microsoft.com/office/drawing/2014/main" id="{F70C7761-9394-C961-7A3B-9C04437EB3E2}"/>
              </a:ext>
            </a:extLst>
          </p:cNvPr>
          <p:cNvSpPr txBox="1">
            <a:spLocks/>
          </p:cNvSpPr>
          <p:nvPr/>
        </p:nvSpPr>
        <p:spPr>
          <a:xfrm>
            <a:off x="8686801" y="6529848"/>
            <a:ext cx="407674" cy="226551"/>
          </a:xfrm>
          <a:prstGeom prst="rect">
            <a:avLst/>
          </a:prstGeom>
        </p:spPr>
        <p:txBody>
          <a:bodyPr vert="horz"/>
          <a:lstStyle>
            <a:lvl1pPr marL="285750" indent="-285750" algn="l" defTabSz="457200" rtl="0" eaLnBrk="1" latinLnBrk="0" hangingPunct="1">
              <a:spcBef>
                <a:spcPts val="0"/>
              </a:spcBef>
              <a:spcAft>
                <a:spcPts val="1200"/>
              </a:spcAft>
              <a:buFont typeface="Arial" panose="020B0604020202020204" pitchFamily="34" charset="0"/>
              <a:buChar char="•"/>
              <a:defRPr sz="1800" kern="1200">
                <a:solidFill>
                  <a:schemeClr val="tx1"/>
                </a:solidFill>
                <a:latin typeface="Century Gothic"/>
                <a:ea typeface="+mn-ea"/>
                <a:cs typeface="Century Gothic"/>
              </a:defRPr>
            </a:lvl1pPr>
            <a:lvl2pPr marL="742950" indent="-285750" algn="l" defTabSz="457200" rtl="0" eaLnBrk="1" latinLnBrk="0" hangingPunct="1">
              <a:spcBef>
                <a:spcPts val="0"/>
              </a:spcBef>
              <a:spcAft>
                <a:spcPts val="1200"/>
              </a:spcAft>
              <a:buFont typeface="Arial"/>
              <a:buChar char="•"/>
              <a:defRPr sz="1600" kern="1200">
                <a:solidFill>
                  <a:schemeClr val="tx1"/>
                </a:solidFill>
                <a:latin typeface="Century Gothic"/>
                <a:ea typeface="+mn-ea"/>
                <a:cs typeface="Century Gothic"/>
              </a:defRPr>
            </a:lvl2pPr>
            <a:lvl3pPr marL="1143000" indent="-228600" algn="l" defTabSz="457200" rtl="0" eaLnBrk="1" latinLnBrk="0" hangingPunct="1">
              <a:spcBef>
                <a:spcPts val="0"/>
              </a:spcBef>
              <a:spcAft>
                <a:spcPts val="1200"/>
              </a:spcAft>
              <a:buFont typeface="Arial"/>
              <a:buChar char="•"/>
              <a:defRPr sz="1400" kern="1200" baseline="0">
                <a:solidFill>
                  <a:schemeClr val="tx1"/>
                </a:solidFill>
                <a:latin typeface="Century Gothic"/>
                <a:ea typeface="+mn-ea"/>
                <a:cs typeface="Century Gothic"/>
              </a:defRPr>
            </a:lvl3pPr>
            <a:lvl4pPr marL="1657350" indent="-285750" algn="l" defTabSz="457200" rtl="0" eaLnBrk="1" latinLnBrk="0" hangingPunct="1">
              <a:spcBef>
                <a:spcPts val="0"/>
              </a:spcBef>
              <a:spcAft>
                <a:spcPts val="1200"/>
              </a:spcAft>
              <a:buFont typeface="Arial"/>
              <a:buChar char="•"/>
              <a:defRPr sz="1200" kern="1200" baseline="0">
                <a:solidFill>
                  <a:schemeClr val="tx1"/>
                </a:solidFill>
                <a:latin typeface="Century Gothic"/>
                <a:ea typeface="+mn-ea"/>
                <a:cs typeface="Century Gothic"/>
              </a:defRPr>
            </a:lvl4pPr>
            <a:lvl5pPr marL="2057400" indent="-228600" algn="l" defTabSz="457200" rtl="0" eaLnBrk="1" latinLnBrk="0" hangingPunct="1">
              <a:spcBef>
                <a:spcPts val="0"/>
              </a:spcBef>
              <a:spcAft>
                <a:spcPts val="1200"/>
              </a:spcAft>
              <a:buFont typeface="Arial"/>
              <a:buChar char="•"/>
              <a:defRPr sz="1000" kern="1200">
                <a:solidFill>
                  <a:schemeClr val="tx1"/>
                </a:solidFill>
                <a:latin typeface="Century Gothic"/>
                <a:ea typeface="+mn-ea"/>
                <a:cs typeface="Century Gothic"/>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0"/>
              </a:spcAft>
              <a:buFont typeface="Arial" panose="020B0604020202020204" pitchFamily="34" charset="0"/>
              <a:buNone/>
            </a:pPr>
            <a:fld id="{00000000-1234-1234-1234-123412341234}" type="slidenum">
              <a:rPr lang="en-US" smtClean="0"/>
              <a:pPr marL="0" indent="0">
                <a:spcAft>
                  <a:spcPts val="0"/>
                </a:spcAft>
                <a:buFont typeface="Arial" panose="020B0604020202020204" pitchFamily="34" charset="0"/>
                <a:buNone/>
              </a:pPr>
              <a:t>7</a:t>
            </a:fld>
            <a:endParaRPr lang="en-US"/>
          </a:p>
        </p:txBody>
      </p:sp>
      <p:pic>
        <p:nvPicPr>
          <p:cNvPr id="8" name="Picture 7" descr="A diagram of a system&#10;&#10;Description automatically generated">
            <a:extLst>
              <a:ext uri="{FF2B5EF4-FFF2-40B4-BE49-F238E27FC236}">
                <a16:creationId xmlns:a16="http://schemas.microsoft.com/office/drawing/2014/main" id="{BC4F0FE1-BC92-4DF4-75F7-FB21E8E44C5C}"/>
              </a:ext>
            </a:extLst>
          </p:cNvPr>
          <p:cNvPicPr>
            <a:picLocks noChangeAspect="1"/>
          </p:cNvPicPr>
          <p:nvPr/>
        </p:nvPicPr>
        <p:blipFill>
          <a:blip r:embed="rId2"/>
          <a:stretch>
            <a:fillRect/>
          </a:stretch>
        </p:blipFill>
        <p:spPr>
          <a:xfrm>
            <a:off x="877396" y="1110479"/>
            <a:ext cx="2717142" cy="1674951"/>
          </a:xfrm>
          <a:prstGeom prst="rect">
            <a:avLst/>
          </a:prstGeom>
        </p:spPr>
      </p:pic>
      <p:pic>
        <p:nvPicPr>
          <p:cNvPr id="9" name="Picture 8" descr="A diagram of a product&#10;&#10;Description automatically generated with medium confidence">
            <a:extLst>
              <a:ext uri="{FF2B5EF4-FFF2-40B4-BE49-F238E27FC236}">
                <a16:creationId xmlns:a16="http://schemas.microsoft.com/office/drawing/2014/main" id="{839B3DF4-7F04-7AA3-E8F1-314CAD1FCDF9}"/>
              </a:ext>
            </a:extLst>
          </p:cNvPr>
          <p:cNvPicPr>
            <a:picLocks noChangeAspect="1"/>
          </p:cNvPicPr>
          <p:nvPr/>
        </p:nvPicPr>
        <p:blipFill>
          <a:blip r:embed="rId3"/>
          <a:stretch>
            <a:fillRect/>
          </a:stretch>
        </p:blipFill>
        <p:spPr>
          <a:xfrm>
            <a:off x="5374927" y="912723"/>
            <a:ext cx="3515711" cy="3185376"/>
          </a:xfrm>
          <a:prstGeom prst="rect">
            <a:avLst/>
          </a:prstGeom>
        </p:spPr>
      </p:pic>
      <p:pic>
        <p:nvPicPr>
          <p:cNvPr id="10" name="Picture 9" descr="A table of information&#10;&#10;Description automatically generated with medium confidence">
            <a:extLst>
              <a:ext uri="{FF2B5EF4-FFF2-40B4-BE49-F238E27FC236}">
                <a16:creationId xmlns:a16="http://schemas.microsoft.com/office/drawing/2014/main" id="{6E2355C8-51F7-EC59-0CA6-662FF1E6B74F}"/>
              </a:ext>
            </a:extLst>
          </p:cNvPr>
          <p:cNvPicPr>
            <a:picLocks noChangeAspect="1"/>
          </p:cNvPicPr>
          <p:nvPr/>
        </p:nvPicPr>
        <p:blipFill>
          <a:blip r:embed="rId4"/>
          <a:stretch>
            <a:fillRect/>
          </a:stretch>
        </p:blipFill>
        <p:spPr>
          <a:xfrm>
            <a:off x="609600" y="3594539"/>
            <a:ext cx="5135935" cy="2350738"/>
          </a:xfrm>
          <a:prstGeom prst="rect">
            <a:avLst/>
          </a:prstGeom>
        </p:spPr>
      </p:pic>
    </p:spTree>
    <p:extLst>
      <p:ext uri="{BB962C8B-B14F-4D97-AF65-F5344CB8AC3E}">
        <p14:creationId xmlns:p14="http://schemas.microsoft.com/office/powerpoint/2010/main" val="3503965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1F67C-EAF5-5F81-2D79-8F50D31B49CF}"/>
              </a:ext>
            </a:extLst>
          </p:cNvPr>
          <p:cNvSpPr>
            <a:spLocks noGrp="1"/>
          </p:cNvSpPr>
          <p:nvPr>
            <p:ph type="title"/>
          </p:nvPr>
        </p:nvSpPr>
        <p:spPr>
          <a:xfrm>
            <a:off x="227013" y="274638"/>
            <a:ext cx="7923694" cy="804862"/>
          </a:xfrm>
        </p:spPr>
        <p:txBody>
          <a:bodyPr/>
          <a:lstStyle/>
          <a:p>
            <a:r>
              <a:rPr lang="en-US" sz="3200" dirty="0"/>
              <a:t>Use Case Modeling</a:t>
            </a:r>
          </a:p>
        </p:txBody>
      </p:sp>
      <p:sp>
        <p:nvSpPr>
          <p:cNvPr id="5" name="Slide Number Placeholder 4">
            <a:extLst>
              <a:ext uri="{FF2B5EF4-FFF2-40B4-BE49-F238E27FC236}">
                <a16:creationId xmlns:a16="http://schemas.microsoft.com/office/drawing/2014/main" id="{0864B2E6-FCA5-1C71-098E-149A9FE4E90E}"/>
              </a:ext>
            </a:extLst>
          </p:cNvPr>
          <p:cNvSpPr>
            <a:spLocks noGrp="1"/>
          </p:cNvSpPr>
          <p:nvPr>
            <p:ph type="sldNum" sz="quarter" idx="4"/>
          </p:nvPr>
        </p:nvSpPr>
        <p:spPr/>
        <p:txBody>
          <a:bodyPr/>
          <a:lstStyle/>
          <a:p>
            <a:fld id="{F6F79CA1-B382-4F43-AD32-0B0E11510FDC}" type="slidenum">
              <a:rPr lang="en-US" smtClean="0"/>
              <a:pPr/>
              <a:t>8</a:t>
            </a:fld>
            <a:endParaRPr lang="en-US" dirty="0"/>
          </a:p>
        </p:txBody>
      </p:sp>
      <p:pic>
        <p:nvPicPr>
          <p:cNvPr id="7" name="Picture 6" descr="A diagram of a product&#10;&#10;Description automatically generated">
            <a:extLst>
              <a:ext uri="{FF2B5EF4-FFF2-40B4-BE49-F238E27FC236}">
                <a16:creationId xmlns:a16="http://schemas.microsoft.com/office/drawing/2014/main" id="{D3D3D7C8-3457-2526-CB38-69A6B32673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210" y="1015818"/>
            <a:ext cx="4816349" cy="2955291"/>
          </a:xfrm>
          <a:prstGeom prst="rect">
            <a:avLst/>
          </a:prstGeom>
        </p:spPr>
      </p:pic>
      <p:pic>
        <p:nvPicPr>
          <p:cNvPr id="9" name="Picture 8" descr="A diagram of a diagram&#10;&#10;Description automatically generated">
            <a:extLst>
              <a:ext uri="{FF2B5EF4-FFF2-40B4-BE49-F238E27FC236}">
                <a16:creationId xmlns:a16="http://schemas.microsoft.com/office/drawing/2014/main" id="{57F392EB-A639-3AC3-1F69-1B8FFDE854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5720" y="3971109"/>
            <a:ext cx="4212964" cy="1967637"/>
          </a:xfrm>
          <a:prstGeom prst="rect">
            <a:avLst/>
          </a:prstGeom>
        </p:spPr>
      </p:pic>
      <p:pic>
        <p:nvPicPr>
          <p:cNvPr id="11" name="Picture 10" descr="A diagram of a library system&#10;&#10;Description automatically generated">
            <a:extLst>
              <a:ext uri="{FF2B5EF4-FFF2-40B4-BE49-F238E27FC236}">
                <a16:creationId xmlns:a16="http://schemas.microsoft.com/office/drawing/2014/main" id="{BA207AF3-2A10-CFAF-CFA0-C7B9244227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034" y="3971109"/>
            <a:ext cx="4446686" cy="1967637"/>
          </a:xfrm>
          <a:prstGeom prst="rect">
            <a:avLst/>
          </a:prstGeom>
        </p:spPr>
      </p:pic>
    </p:spTree>
    <p:extLst>
      <p:ext uri="{BB962C8B-B14F-4D97-AF65-F5344CB8AC3E}">
        <p14:creationId xmlns:p14="http://schemas.microsoft.com/office/powerpoint/2010/main" val="2644836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102C-156F-5194-9240-0F73D613420D}"/>
              </a:ext>
            </a:extLst>
          </p:cNvPr>
          <p:cNvSpPr>
            <a:spLocks noGrp="1"/>
          </p:cNvSpPr>
          <p:nvPr>
            <p:ph type="title"/>
          </p:nvPr>
        </p:nvSpPr>
        <p:spPr>
          <a:xfrm>
            <a:off x="227013" y="274638"/>
            <a:ext cx="7923694" cy="804862"/>
          </a:xfrm>
        </p:spPr>
        <p:txBody>
          <a:bodyPr/>
          <a:lstStyle/>
          <a:p>
            <a:r>
              <a:rPr lang="en-US" sz="2800" dirty="0"/>
              <a:t>Use Case Specifications</a:t>
            </a:r>
          </a:p>
        </p:txBody>
      </p:sp>
      <p:sp>
        <p:nvSpPr>
          <p:cNvPr id="5" name="Slide Number Placeholder 4">
            <a:extLst>
              <a:ext uri="{FF2B5EF4-FFF2-40B4-BE49-F238E27FC236}">
                <a16:creationId xmlns:a16="http://schemas.microsoft.com/office/drawing/2014/main" id="{29B13073-34C0-F7D2-5204-35DB18C5CEBB}"/>
              </a:ext>
            </a:extLst>
          </p:cNvPr>
          <p:cNvSpPr>
            <a:spLocks noGrp="1"/>
          </p:cNvSpPr>
          <p:nvPr>
            <p:ph type="sldNum" sz="quarter" idx="4"/>
          </p:nvPr>
        </p:nvSpPr>
        <p:spPr/>
        <p:txBody>
          <a:bodyPr/>
          <a:lstStyle/>
          <a:p>
            <a:fld id="{F6F79CA1-B382-4F43-AD32-0B0E11510FDC}" type="slidenum">
              <a:rPr lang="en-US" smtClean="0"/>
              <a:pPr/>
              <a:t>9</a:t>
            </a:fld>
            <a:endParaRPr lang="en-US" dirty="0"/>
          </a:p>
        </p:txBody>
      </p:sp>
      <p:pic>
        <p:nvPicPr>
          <p:cNvPr id="7" name="Picture 6" descr="A document with text and a list of information&#10;&#10;Description automatically generated with medium confidence">
            <a:extLst>
              <a:ext uri="{FF2B5EF4-FFF2-40B4-BE49-F238E27FC236}">
                <a16:creationId xmlns:a16="http://schemas.microsoft.com/office/drawing/2014/main" id="{5FFC6F21-F2B7-A515-5483-1990B35ADF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371" y="1236024"/>
            <a:ext cx="7453257" cy="4761016"/>
          </a:xfrm>
          <a:prstGeom prst="rect">
            <a:avLst/>
          </a:prstGeom>
        </p:spPr>
      </p:pic>
    </p:spTree>
    <p:extLst>
      <p:ext uri="{BB962C8B-B14F-4D97-AF65-F5344CB8AC3E}">
        <p14:creationId xmlns:p14="http://schemas.microsoft.com/office/powerpoint/2010/main" val="1992034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B1859-0D07-B094-681A-4C3877DB6E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E24723-6E54-77EF-53FC-2D254786E019}"/>
              </a:ext>
            </a:extLst>
          </p:cNvPr>
          <p:cNvSpPr>
            <a:spLocks noGrp="1"/>
          </p:cNvSpPr>
          <p:nvPr>
            <p:ph type="title"/>
          </p:nvPr>
        </p:nvSpPr>
        <p:spPr>
          <a:xfrm>
            <a:off x="227013" y="274638"/>
            <a:ext cx="7923694" cy="804862"/>
          </a:xfrm>
        </p:spPr>
        <p:txBody>
          <a:bodyPr/>
          <a:lstStyle/>
          <a:p>
            <a:r>
              <a:rPr lang="en-US" sz="2800" dirty="0"/>
              <a:t>Activity Diagrams for Each Use Case</a:t>
            </a:r>
          </a:p>
        </p:txBody>
      </p:sp>
      <p:sp>
        <p:nvSpPr>
          <p:cNvPr id="5" name="Slide Number Placeholder 4">
            <a:extLst>
              <a:ext uri="{FF2B5EF4-FFF2-40B4-BE49-F238E27FC236}">
                <a16:creationId xmlns:a16="http://schemas.microsoft.com/office/drawing/2014/main" id="{117C4514-3EE5-500D-441E-B3AB61DC6766}"/>
              </a:ext>
            </a:extLst>
          </p:cNvPr>
          <p:cNvSpPr>
            <a:spLocks noGrp="1"/>
          </p:cNvSpPr>
          <p:nvPr>
            <p:ph type="sldNum" sz="quarter" idx="4"/>
          </p:nvPr>
        </p:nvSpPr>
        <p:spPr/>
        <p:txBody>
          <a:bodyPr/>
          <a:lstStyle/>
          <a:p>
            <a:fld id="{F6F79CA1-B382-4F43-AD32-0B0E11510FDC}" type="slidenum">
              <a:rPr lang="en-US" smtClean="0"/>
              <a:pPr/>
              <a:t>10</a:t>
            </a:fld>
            <a:endParaRPr lang="en-US" dirty="0"/>
          </a:p>
        </p:txBody>
      </p:sp>
      <p:pic>
        <p:nvPicPr>
          <p:cNvPr id="4" name="Picture 3" descr="A diagram of a process&#10;&#10;AI-generated content may be incorrect.">
            <a:extLst>
              <a:ext uri="{FF2B5EF4-FFF2-40B4-BE49-F238E27FC236}">
                <a16:creationId xmlns:a16="http://schemas.microsoft.com/office/drawing/2014/main" id="{76B0EBBC-CA7A-BF98-A212-6897EC7B732F}"/>
              </a:ext>
            </a:extLst>
          </p:cNvPr>
          <p:cNvPicPr>
            <a:picLocks noChangeAspect="1"/>
          </p:cNvPicPr>
          <p:nvPr/>
        </p:nvPicPr>
        <p:blipFill>
          <a:blip r:embed="rId2"/>
          <a:stretch>
            <a:fillRect/>
          </a:stretch>
        </p:blipFill>
        <p:spPr>
          <a:xfrm>
            <a:off x="227013" y="1274663"/>
            <a:ext cx="3702448" cy="4308673"/>
          </a:xfrm>
          <a:prstGeom prst="rect">
            <a:avLst/>
          </a:prstGeom>
        </p:spPr>
      </p:pic>
      <p:pic>
        <p:nvPicPr>
          <p:cNvPr id="9" name="Picture 8" descr="A diagram of a project&#10;&#10;AI-generated content may be incorrect.">
            <a:extLst>
              <a:ext uri="{FF2B5EF4-FFF2-40B4-BE49-F238E27FC236}">
                <a16:creationId xmlns:a16="http://schemas.microsoft.com/office/drawing/2014/main" id="{812C01C8-63B4-38C5-E3DB-B691355FC52B}"/>
              </a:ext>
            </a:extLst>
          </p:cNvPr>
          <p:cNvPicPr>
            <a:picLocks noChangeAspect="1"/>
          </p:cNvPicPr>
          <p:nvPr/>
        </p:nvPicPr>
        <p:blipFill>
          <a:blip r:embed="rId3"/>
          <a:stretch>
            <a:fillRect/>
          </a:stretch>
        </p:blipFill>
        <p:spPr>
          <a:xfrm>
            <a:off x="4864608" y="1142515"/>
            <a:ext cx="3746216" cy="4572967"/>
          </a:xfrm>
          <a:prstGeom prst="rect">
            <a:avLst/>
          </a:prstGeom>
        </p:spPr>
      </p:pic>
    </p:spTree>
    <p:extLst>
      <p:ext uri="{BB962C8B-B14F-4D97-AF65-F5344CB8AC3E}">
        <p14:creationId xmlns:p14="http://schemas.microsoft.com/office/powerpoint/2010/main" val="3550023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BEEC3-B253-B44E-8F32-E1D300C9D2B9}"/>
              </a:ext>
            </a:extLst>
          </p:cNvPr>
          <p:cNvSpPr>
            <a:spLocks noGrp="1"/>
          </p:cNvSpPr>
          <p:nvPr>
            <p:ph type="title"/>
          </p:nvPr>
        </p:nvSpPr>
        <p:spPr>
          <a:xfrm>
            <a:off x="227013" y="274638"/>
            <a:ext cx="7923694" cy="620917"/>
          </a:xfrm>
        </p:spPr>
        <p:txBody>
          <a:bodyPr/>
          <a:lstStyle/>
          <a:p>
            <a:r>
              <a:rPr lang="en-US" sz="3200" dirty="0"/>
              <a:t>Software Versioning</a:t>
            </a:r>
          </a:p>
        </p:txBody>
      </p:sp>
      <p:sp>
        <p:nvSpPr>
          <p:cNvPr id="5" name="Slide Number Placeholder 4">
            <a:extLst>
              <a:ext uri="{FF2B5EF4-FFF2-40B4-BE49-F238E27FC236}">
                <a16:creationId xmlns:a16="http://schemas.microsoft.com/office/drawing/2014/main" id="{71FA9AB0-9A0C-2F4B-731F-FDE4E7880DDB}"/>
              </a:ext>
            </a:extLst>
          </p:cNvPr>
          <p:cNvSpPr>
            <a:spLocks noGrp="1"/>
          </p:cNvSpPr>
          <p:nvPr>
            <p:ph type="sldNum" sz="quarter" idx="4"/>
          </p:nvPr>
        </p:nvSpPr>
        <p:spPr/>
        <p:txBody>
          <a:bodyPr/>
          <a:lstStyle/>
          <a:p>
            <a:fld id="{F6F79CA1-B382-4F43-AD32-0B0E11510FDC}" type="slidenum">
              <a:rPr lang="en-US" smtClean="0"/>
              <a:pPr/>
              <a:t>11</a:t>
            </a:fld>
            <a:endParaRPr lang="en-US" dirty="0"/>
          </a:p>
        </p:txBody>
      </p:sp>
      <p:pic>
        <p:nvPicPr>
          <p:cNvPr id="6" name="Picture 5" descr="Diagram&#10;&#10;Description automatically generated">
            <a:extLst>
              <a:ext uri="{FF2B5EF4-FFF2-40B4-BE49-F238E27FC236}">
                <a16:creationId xmlns:a16="http://schemas.microsoft.com/office/drawing/2014/main" id="{43551800-8C68-9EA6-BC95-07416F0A9F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4501" y="3488374"/>
            <a:ext cx="3904182" cy="2810781"/>
          </a:xfrm>
          <a:prstGeom prst="rect">
            <a:avLst/>
          </a:prstGeom>
        </p:spPr>
      </p:pic>
      <p:pic>
        <p:nvPicPr>
          <p:cNvPr id="3" name="Picture 2" descr="A diagram of a diagram&#10;&#10;Description automatically generated with medium confidence">
            <a:extLst>
              <a:ext uri="{FF2B5EF4-FFF2-40B4-BE49-F238E27FC236}">
                <a16:creationId xmlns:a16="http://schemas.microsoft.com/office/drawing/2014/main" id="{BFDBCACB-710D-A9D3-125B-F1DBEAADBDA0}"/>
              </a:ext>
            </a:extLst>
          </p:cNvPr>
          <p:cNvPicPr>
            <a:picLocks noChangeAspect="1"/>
          </p:cNvPicPr>
          <p:nvPr/>
        </p:nvPicPr>
        <p:blipFill>
          <a:blip r:embed="rId3"/>
          <a:stretch>
            <a:fillRect/>
          </a:stretch>
        </p:blipFill>
        <p:spPr>
          <a:xfrm>
            <a:off x="5174501" y="805435"/>
            <a:ext cx="3904183" cy="2623565"/>
          </a:xfrm>
          <a:prstGeom prst="rect">
            <a:avLst/>
          </a:prstGeom>
          <a:ln>
            <a:solidFill>
              <a:schemeClr val="tx2"/>
            </a:solidFill>
          </a:ln>
        </p:spPr>
      </p:pic>
      <p:sp>
        <p:nvSpPr>
          <p:cNvPr id="4" name="Up-Down Arrow 3">
            <a:extLst>
              <a:ext uri="{FF2B5EF4-FFF2-40B4-BE49-F238E27FC236}">
                <a16:creationId xmlns:a16="http://schemas.microsoft.com/office/drawing/2014/main" id="{A0BBA36D-FD18-8EEF-CA08-66DDDE5562BD}"/>
              </a:ext>
            </a:extLst>
          </p:cNvPr>
          <p:cNvSpPr/>
          <p:nvPr/>
        </p:nvSpPr>
        <p:spPr>
          <a:xfrm>
            <a:off x="6745192" y="938694"/>
            <a:ext cx="154379" cy="2006390"/>
          </a:xfrm>
          <a:prstGeom prst="up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7" name="Text Placeholder 2">
            <a:extLst>
              <a:ext uri="{FF2B5EF4-FFF2-40B4-BE49-F238E27FC236}">
                <a16:creationId xmlns:a16="http://schemas.microsoft.com/office/drawing/2014/main" id="{1DF921EB-2FE1-E995-8DB1-A92AC7065B02}"/>
              </a:ext>
            </a:extLst>
          </p:cNvPr>
          <p:cNvSpPr txBox="1">
            <a:spLocks/>
          </p:cNvSpPr>
          <p:nvPr/>
        </p:nvSpPr>
        <p:spPr>
          <a:xfrm>
            <a:off x="227013" y="1401288"/>
            <a:ext cx="4947488" cy="469260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Arial" panose="020B0604020202020204" pitchFamily="34" charset="0"/>
              <a:buChar char="•"/>
            </a:pPr>
            <a:r>
              <a:rPr lang="en-US" dirty="0"/>
              <a:t>Include screenshot showing auto-build with versioning:</a:t>
            </a:r>
          </a:p>
          <a:p>
            <a:endParaRPr lang="en-US" dirty="0"/>
          </a:p>
          <a:p>
            <a:r>
              <a:rPr lang="en-US" dirty="0" err="1"/>
              <a:t>Major.Minor.Changelist</a:t>
            </a:r>
            <a:r>
              <a:rPr lang="en-US" dirty="0"/>
              <a:t> </a:t>
            </a:r>
          </a:p>
          <a:p>
            <a:endParaRPr lang="en-US" dirty="0"/>
          </a:p>
          <a:p>
            <a:pPr marL="285750" indent="-285750">
              <a:buFont typeface="Arial" panose="020B0604020202020204" pitchFamily="34" charset="0"/>
              <a:buChar char="•"/>
            </a:pPr>
            <a:r>
              <a:rPr lang="en-US" dirty="0"/>
              <a:t>Describe Major and Minor versions.</a:t>
            </a:r>
          </a:p>
          <a:p>
            <a:pPr marL="285750" indent="-285750">
              <a:buFont typeface="Arial" panose="020B0604020202020204" pitchFamily="34" charset="0"/>
              <a:buChar char="•"/>
            </a:pPr>
            <a:r>
              <a:rPr lang="en-US" dirty="0"/>
              <a:t>Show version in your PDF documentation</a:t>
            </a:r>
          </a:p>
        </p:txBody>
      </p:sp>
      <p:pic>
        <p:nvPicPr>
          <p:cNvPr id="9" name="Picture 8" descr="A screenshot of a computer&#10;&#10;Description automatically generated">
            <a:extLst>
              <a:ext uri="{FF2B5EF4-FFF2-40B4-BE49-F238E27FC236}">
                <a16:creationId xmlns:a16="http://schemas.microsoft.com/office/drawing/2014/main" id="{17FB36FB-F730-9E9F-F6D0-0D982132BF7B}"/>
              </a:ext>
            </a:extLst>
          </p:cNvPr>
          <p:cNvPicPr>
            <a:picLocks noChangeAspect="1"/>
          </p:cNvPicPr>
          <p:nvPr/>
        </p:nvPicPr>
        <p:blipFill>
          <a:blip r:embed="rId4"/>
          <a:stretch>
            <a:fillRect/>
          </a:stretch>
        </p:blipFill>
        <p:spPr>
          <a:xfrm>
            <a:off x="138280" y="2844413"/>
            <a:ext cx="5124954" cy="3389476"/>
          </a:xfrm>
          <a:prstGeom prst="rect">
            <a:avLst/>
          </a:prstGeom>
        </p:spPr>
      </p:pic>
    </p:spTree>
    <p:extLst>
      <p:ext uri="{BB962C8B-B14F-4D97-AF65-F5344CB8AC3E}">
        <p14:creationId xmlns:p14="http://schemas.microsoft.com/office/powerpoint/2010/main" val="3581761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9A85-14C6-45D6-A127-9C03A9EEC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F1394D-47A3-7EFA-B079-2A0E5A8BF24A}"/>
              </a:ext>
            </a:extLst>
          </p:cNvPr>
          <p:cNvSpPr>
            <a:spLocks noGrp="1"/>
          </p:cNvSpPr>
          <p:nvPr>
            <p:ph type="title"/>
          </p:nvPr>
        </p:nvSpPr>
        <p:spPr/>
        <p:txBody>
          <a:bodyPr/>
          <a:lstStyle/>
          <a:p>
            <a:r>
              <a:rPr lang="en-US" dirty="0"/>
              <a:t>PDF Manual Demo</a:t>
            </a:r>
          </a:p>
        </p:txBody>
      </p:sp>
      <p:sp>
        <p:nvSpPr>
          <p:cNvPr id="5" name="Slide Number Placeholder 4">
            <a:extLst>
              <a:ext uri="{FF2B5EF4-FFF2-40B4-BE49-F238E27FC236}">
                <a16:creationId xmlns:a16="http://schemas.microsoft.com/office/drawing/2014/main" id="{9C582849-81F9-13BB-49B0-FF63C1648E14}"/>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12</a:t>
            </a:fld>
            <a:endParaRPr lang="en-US"/>
          </a:p>
        </p:txBody>
      </p:sp>
      <p:sp>
        <p:nvSpPr>
          <p:cNvPr id="11" name="Text Placeholder 10">
            <a:extLst>
              <a:ext uri="{FF2B5EF4-FFF2-40B4-BE49-F238E27FC236}">
                <a16:creationId xmlns:a16="http://schemas.microsoft.com/office/drawing/2014/main" id="{9B679C7F-03F8-60BC-AB79-F57D3499582C}"/>
              </a:ext>
            </a:extLst>
          </p:cNvPr>
          <p:cNvSpPr>
            <a:spLocks noGrp="1"/>
          </p:cNvSpPr>
          <p:nvPr>
            <p:ph type="body" idx="1"/>
          </p:nvPr>
        </p:nvSpPr>
        <p:spPr>
          <a:xfrm>
            <a:off x="956308" y="1272699"/>
            <a:ext cx="7194399" cy="4312602"/>
          </a:xfrm>
        </p:spPr>
        <p:txBody>
          <a:bodyPr/>
          <a:lstStyle/>
          <a:p>
            <a:r>
              <a:rPr lang="en-US" dirty="0"/>
              <a:t>Show that you have:</a:t>
            </a:r>
          </a:p>
          <a:p>
            <a:pPr lvl="1"/>
            <a:r>
              <a:rPr lang="en-US" dirty="0"/>
              <a:t>Version on your manual</a:t>
            </a:r>
          </a:p>
          <a:p>
            <a:pPr lvl="1"/>
            <a:r>
              <a:rPr lang="en-US" dirty="0"/>
              <a:t>Update history table</a:t>
            </a:r>
          </a:p>
          <a:p>
            <a:pPr lvl="1"/>
            <a:r>
              <a:rPr lang="en-US" dirty="0"/>
              <a:t>Labeled and numbered requirements, use cases, and activity diagrams.</a:t>
            </a:r>
          </a:p>
          <a:p>
            <a:pPr lvl="1"/>
            <a:r>
              <a:rPr lang="en-US" dirty="0"/>
              <a:t>All requirements need to map to at least one use case</a:t>
            </a:r>
          </a:p>
          <a:p>
            <a:pPr lvl="1"/>
            <a:r>
              <a:rPr lang="en-US" dirty="0"/>
              <a:t>All use cases need to map to at least one requirement.</a:t>
            </a:r>
          </a:p>
          <a:p>
            <a:pPr lvl="1"/>
            <a:r>
              <a:rPr lang="en-US" dirty="0"/>
              <a:t>If user stories, each needs to map to one requirement but requirements don’t need to be mapped to user stories.</a:t>
            </a:r>
          </a:p>
          <a:p>
            <a:pPr lvl="1"/>
            <a:r>
              <a:rPr lang="en-US" dirty="0"/>
              <a:t>Show glossaries, indexes, and bibliography terms.</a:t>
            </a:r>
          </a:p>
          <a:p>
            <a:pPr lvl="1"/>
            <a:r>
              <a:rPr lang="en-US" dirty="0"/>
              <a:t>Show that linking works between figures and labels.</a:t>
            </a:r>
          </a:p>
          <a:p>
            <a:pPr lvl="1"/>
            <a:endParaRPr lang="en-US" dirty="0"/>
          </a:p>
        </p:txBody>
      </p:sp>
    </p:spTree>
    <p:extLst>
      <p:ext uri="{BB962C8B-B14F-4D97-AF65-F5344CB8AC3E}">
        <p14:creationId xmlns:p14="http://schemas.microsoft.com/office/powerpoint/2010/main" val="2812374004"/>
      </p:ext>
    </p:extLst>
  </p:cSld>
  <p:clrMapOvr>
    <a:masterClrMapping/>
  </p:clrMapOvr>
</p:sld>
</file>

<file path=ppt/theme/theme1.xml><?xml version="1.0" encoding="utf-8"?>
<a:theme xmlns:a="http://schemas.openxmlformats.org/drawingml/2006/main" name="Cover Slide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 w/ Photo Background">
  <a:themeElements>
    <a:clrScheme name="Custom 5">
      <a:dk1>
        <a:srgbClr val="000000"/>
      </a:dk1>
      <a:lt1>
        <a:srgbClr val="FFFFFF"/>
      </a:lt1>
      <a:dk2>
        <a:srgbClr val="1F497D"/>
      </a:dk2>
      <a:lt2>
        <a:srgbClr val="EEECE1"/>
      </a:lt2>
      <a:accent1>
        <a:srgbClr val="1E406F"/>
      </a:accent1>
      <a:accent2>
        <a:srgbClr val="EEA42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Blank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ection Break">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Quotes or Statement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Content with Photo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harts, Data and Table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Closing Slid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2558</TotalTime>
  <Words>353</Words>
  <Application>Microsoft Macintosh PowerPoint</Application>
  <PresentationFormat>On-screen Show (4:3)</PresentationFormat>
  <Paragraphs>65</Paragraphs>
  <Slides>12</Slides>
  <Notes>2</Notes>
  <HiddenSlides>0</HiddenSlides>
  <MMClips>0</MMClips>
  <ScaleCrop>false</ScaleCrop>
  <HeadingPairs>
    <vt:vector size="6" baseType="variant">
      <vt:variant>
        <vt:lpstr>Fonts Used</vt:lpstr>
      </vt:variant>
      <vt:variant>
        <vt:i4>4</vt:i4>
      </vt:variant>
      <vt:variant>
        <vt:lpstr>Theme</vt:lpstr>
      </vt:variant>
      <vt:variant>
        <vt:i4>8</vt:i4>
      </vt:variant>
      <vt:variant>
        <vt:lpstr>Slide Titles</vt:lpstr>
      </vt:variant>
      <vt:variant>
        <vt:i4>12</vt:i4>
      </vt:variant>
    </vt:vector>
  </HeadingPairs>
  <TitlesOfParts>
    <vt:vector size="24" baseType="lpstr">
      <vt:lpstr>Arial</vt:lpstr>
      <vt:lpstr>Calibri</vt:lpstr>
      <vt:lpstr>Century Gothic</vt:lpstr>
      <vt:lpstr>Times New Roman</vt:lpstr>
      <vt:lpstr>Cover Slides</vt:lpstr>
      <vt:lpstr>Content w/ Photo Background</vt:lpstr>
      <vt:lpstr>Blanks</vt:lpstr>
      <vt:lpstr>Section Break</vt:lpstr>
      <vt:lpstr>Quotes or Statements</vt:lpstr>
      <vt:lpstr>Content with Photos</vt:lpstr>
      <vt:lpstr>Charts, Data and Tables</vt:lpstr>
      <vt:lpstr>Closing Slide</vt:lpstr>
      <vt:lpstr>PowerPoint Presentation</vt:lpstr>
      <vt:lpstr>Team Introductions</vt:lpstr>
      <vt:lpstr>Project Description</vt:lpstr>
      <vt:lpstr>Agile Process</vt:lpstr>
      <vt:lpstr>Remind Audience about Development Plan </vt:lpstr>
      <vt:lpstr>Requirements</vt:lpstr>
      <vt:lpstr>Requirements</vt:lpstr>
      <vt:lpstr>Use Case Modeling</vt:lpstr>
      <vt:lpstr>Use Case Specifications</vt:lpstr>
      <vt:lpstr>Activity Diagrams for Each Use Case</vt:lpstr>
      <vt:lpstr>Software Versioning</vt:lpstr>
      <vt:lpstr>PDF Manual 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Laura Bubeck</dc:creator>
  <cp:lastModifiedBy>Ryan Davis</cp:lastModifiedBy>
  <cp:revision>25</cp:revision>
  <dcterms:created xsi:type="dcterms:W3CDTF">2013-11-01T14:42:31Z</dcterms:created>
  <dcterms:modified xsi:type="dcterms:W3CDTF">2025-10-23T15:55:05Z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3fd474-4f3c-44ed-88fb-5cc4bd2471bf_Enabled">
    <vt:lpwstr>true</vt:lpwstr>
  </property>
  <property fmtid="{D5CDD505-2E9C-101B-9397-08002B2CF9AE}" pid="3" name="MSIP_Label_a73fd474-4f3c-44ed-88fb-5cc4bd2471bf_SetDate">
    <vt:lpwstr>2025-10-23T15:55:00Z</vt:lpwstr>
  </property>
  <property fmtid="{D5CDD505-2E9C-101B-9397-08002B2CF9AE}" pid="4" name="MSIP_Label_a73fd474-4f3c-44ed-88fb-5cc4bd2471bf_Method">
    <vt:lpwstr>Standard</vt:lpwstr>
  </property>
  <property fmtid="{D5CDD505-2E9C-101B-9397-08002B2CF9AE}" pid="5" name="MSIP_Label_a73fd474-4f3c-44ed-88fb-5cc4bd2471bf_Name">
    <vt:lpwstr>defa4170-0d19-0005-0004-bc88714345d2</vt:lpwstr>
  </property>
  <property fmtid="{D5CDD505-2E9C-101B-9397-08002B2CF9AE}" pid="6" name="MSIP_Label_a73fd474-4f3c-44ed-88fb-5cc4bd2471bf_SiteId">
    <vt:lpwstr>8d1a69ec-03b5-4345-ae21-dad112f5fb4f</vt:lpwstr>
  </property>
  <property fmtid="{D5CDD505-2E9C-101B-9397-08002B2CF9AE}" pid="7" name="MSIP_Label_a73fd474-4f3c-44ed-88fb-5cc4bd2471bf_ActionId">
    <vt:lpwstr>95c9a190-a34c-4096-9016-f63002cd521c</vt:lpwstr>
  </property>
  <property fmtid="{D5CDD505-2E9C-101B-9397-08002B2CF9AE}" pid="8" name="MSIP_Label_a73fd474-4f3c-44ed-88fb-5cc4bd2471bf_ContentBits">
    <vt:lpwstr>0</vt:lpwstr>
  </property>
  <property fmtid="{D5CDD505-2E9C-101B-9397-08002B2CF9AE}" pid="9" name="MSIP_Label_a73fd474-4f3c-44ed-88fb-5cc4bd2471bf_Tag">
    <vt:lpwstr>50, 3, 0, 1</vt:lpwstr>
  </property>
</Properties>
</file>