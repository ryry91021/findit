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1" r:id="rId2"/>
  </p:sldMasterIdLst>
  <p:notesMasterIdLst>
    <p:notesMasterId r:id="rId22"/>
  </p:notesMasterIdLst>
  <p:sldIdLst>
    <p:sldId id="256" r:id="rId3"/>
    <p:sldId id="286" r:id="rId4"/>
    <p:sldId id="494" r:id="rId5"/>
    <p:sldId id="495" r:id="rId6"/>
    <p:sldId id="291" r:id="rId7"/>
    <p:sldId id="297" r:id="rId8"/>
    <p:sldId id="296" r:id="rId9"/>
    <p:sldId id="479" r:id="rId10"/>
    <p:sldId id="490" r:id="rId11"/>
    <p:sldId id="492" r:id="rId12"/>
    <p:sldId id="493" r:id="rId13"/>
    <p:sldId id="480" r:id="rId14"/>
    <p:sldId id="482" r:id="rId15"/>
    <p:sldId id="487" r:id="rId16"/>
    <p:sldId id="483" r:id="rId17"/>
    <p:sldId id="488" r:id="rId18"/>
    <p:sldId id="489" r:id="rId19"/>
    <p:sldId id="477" r:id="rId20"/>
    <p:sldId id="486"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30" roundtripDataSignature="AMtx7mgM38qLf2o5hMBR8JdbYvxjcL6TT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AEC1C1-8ACE-45F9-AF55-24E0DD0DC333}" v="7" dt="2025-10-30T18:45:47.5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36"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30" Type="http://customschemas.google.com/relationships/presentationmetadata" Target="metadata"/><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ry Vitanza" userId="4f6af60f-f0fc-4e44-9007-ccc7c4978bee" providerId="ADAL" clId="{1EE9874B-C741-4321-94A7-DAAEDB1B4B3C}"/>
    <pc:docChg chg="undo custSel addSld delSld modSld sldOrd delMainMaster">
      <pc:chgData name="Cory Vitanza" userId="4f6af60f-f0fc-4e44-9007-ccc7c4978bee" providerId="ADAL" clId="{1EE9874B-C741-4321-94A7-DAAEDB1B4B3C}" dt="2025-10-30T02:36:16.915" v="826" actId="14100"/>
      <pc:docMkLst>
        <pc:docMk/>
      </pc:docMkLst>
      <pc:sldChg chg="modSp mod">
        <pc:chgData name="Cory Vitanza" userId="4f6af60f-f0fc-4e44-9007-ccc7c4978bee" providerId="ADAL" clId="{1EE9874B-C741-4321-94A7-DAAEDB1B4B3C}" dt="2025-10-27T17:06:58.218" v="77" actId="20577"/>
        <pc:sldMkLst>
          <pc:docMk/>
          <pc:sldMk cId="0" sldId="256"/>
        </pc:sldMkLst>
        <pc:spChg chg="mod">
          <ac:chgData name="Cory Vitanza" userId="4f6af60f-f0fc-4e44-9007-ccc7c4978bee" providerId="ADAL" clId="{1EE9874B-C741-4321-94A7-DAAEDB1B4B3C}" dt="2025-10-27T17:06:58.218" v="77" actId="20577"/>
          <ac:spMkLst>
            <pc:docMk/>
            <pc:sldMk cId="0" sldId="256"/>
            <ac:spMk id="377" creationId="{00000000-0000-0000-0000-000000000000}"/>
          </ac:spMkLst>
        </pc:spChg>
      </pc:sldChg>
      <pc:sldChg chg="delSp modSp mod">
        <pc:chgData name="Cory Vitanza" userId="4f6af60f-f0fc-4e44-9007-ccc7c4978bee" providerId="ADAL" clId="{1EE9874B-C741-4321-94A7-DAAEDB1B4B3C}" dt="2025-10-27T16:12:25.614" v="13" actId="1076"/>
        <pc:sldMkLst>
          <pc:docMk/>
          <pc:sldMk cId="1143711331" sldId="286"/>
        </pc:sldMkLst>
        <pc:spChg chg="mod">
          <ac:chgData name="Cory Vitanza" userId="4f6af60f-f0fc-4e44-9007-ccc7c4978bee" providerId="ADAL" clId="{1EE9874B-C741-4321-94A7-DAAEDB1B4B3C}" dt="2025-10-27T16:12:25.614" v="13" actId="1076"/>
          <ac:spMkLst>
            <pc:docMk/>
            <pc:sldMk cId="1143711331" sldId="286"/>
            <ac:spMk id="3" creationId="{B50AAB45-6D87-C8B3-0812-248CED741710}"/>
          </ac:spMkLst>
        </pc:spChg>
      </pc:sldChg>
      <pc:sldChg chg="addSp delSp modSp del mod">
        <pc:chgData name="Cory Vitanza" userId="4f6af60f-f0fc-4e44-9007-ccc7c4978bee" providerId="ADAL" clId="{1EE9874B-C741-4321-94A7-DAAEDB1B4B3C}" dt="2025-10-28T01:52:57.433" v="441" actId="47"/>
        <pc:sldMkLst>
          <pc:docMk/>
          <pc:sldMk cId="3423461686" sldId="287"/>
        </pc:sldMkLst>
      </pc:sldChg>
      <pc:sldChg chg="addSp delSp modSp mod">
        <pc:chgData name="Cory Vitanza" userId="4f6af60f-f0fc-4e44-9007-ccc7c4978bee" providerId="ADAL" clId="{1EE9874B-C741-4321-94A7-DAAEDB1B4B3C}" dt="2025-10-28T01:28:02.093" v="110" actId="1076"/>
        <pc:sldMkLst>
          <pc:docMk/>
          <pc:sldMk cId="3847640574" sldId="296"/>
        </pc:sldMkLst>
        <pc:spChg chg="mod">
          <ac:chgData name="Cory Vitanza" userId="4f6af60f-f0fc-4e44-9007-ccc7c4978bee" providerId="ADAL" clId="{1EE9874B-C741-4321-94A7-DAAEDB1B4B3C}" dt="2025-10-28T01:27:52.946" v="106" actId="20577"/>
          <ac:spMkLst>
            <pc:docMk/>
            <pc:sldMk cId="3847640574" sldId="296"/>
            <ac:spMk id="2" creationId="{BF000A5C-C522-116E-57AC-DC0B63B5701C}"/>
          </ac:spMkLst>
        </pc:spChg>
        <pc:picChg chg="add mod">
          <ac:chgData name="Cory Vitanza" userId="4f6af60f-f0fc-4e44-9007-ccc7c4978bee" providerId="ADAL" clId="{1EE9874B-C741-4321-94A7-DAAEDB1B4B3C}" dt="2025-10-28T01:28:02.093" v="110" actId="1076"/>
          <ac:picMkLst>
            <pc:docMk/>
            <pc:sldMk cId="3847640574" sldId="296"/>
            <ac:picMk id="15" creationId="{81F6C9FC-B44A-4AD9-9F63-F782E7A67C7C}"/>
          </ac:picMkLst>
        </pc:picChg>
      </pc:sldChg>
      <pc:sldChg chg="delSp modSp mod ord">
        <pc:chgData name="Cory Vitanza" userId="4f6af60f-f0fc-4e44-9007-ccc7c4978bee" providerId="ADAL" clId="{1EE9874B-C741-4321-94A7-DAAEDB1B4B3C}" dt="2025-10-30T02:36:16.915" v="826" actId="14100"/>
        <pc:sldMkLst>
          <pc:docMk/>
          <pc:sldMk cId="3581761104" sldId="477"/>
        </pc:sldMkLst>
        <pc:spChg chg="mod">
          <ac:chgData name="Cory Vitanza" userId="4f6af60f-f0fc-4e44-9007-ccc7c4978bee" providerId="ADAL" clId="{1EE9874B-C741-4321-94A7-DAAEDB1B4B3C}" dt="2025-10-30T02:36:16.915" v="826" actId="14100"/>
          <ac:spMkLst>
            <pc:docMk/>
            <pc:sldMk cId="3581761104" sldId="477"/>
            <ac:spMk id="7" creationId="{1DF921EB-2FE1-E995-8DB1-A92AC7065B02}"/>
          </ac:spMkLst>
        </pc:spChg>
        <pc:picChg chg="mod">
          <ac:chgData name="Cory Vitanza" userId="4f6af60f-f0fc-4e44-9007-ccc7c4978bee" providerId="ADAL" clId="{1EE9874B-C741-4321-94A7-DAAEDB1B4B3C}" dt="2025-10-30T02:36:11.421" v="824" actId="1076"/>
          <ac:picMkLst>
            <pc:docMk/>
            <pc:sldMk cId="3581761104" sldId="477"/>
            <ac:picMk id="6" creationId="{EDAF3031-9D92-F647-89C9-F243BD3647F3}"/>
          </ac:picMkLst>
        </pc:picChg>
      </pc:sldChg>
      <pc:sldChg chg="addSp delSp modSp mod">
        <pc:chgData name="Cory Vitanza" userId="4f6af60f-f0fc-4e44-9007-ccc7c4978bee" providerId="ADAL" clId="{1EE9874B-C741-4321-94A7-DAAEDB1B4B3C}" dt="2025-10-28T01:32:46.621" v="231" actId="478"/>
        <pc:sldMkLst>
          <pc:docMk/>
          <pc:sldMk cId="3503965780" sldId="479"/>
        </pc:sldMkLst>
        <pc:spChg chg="add del">
          <ac:chgData name="Cory Vitanza" userId="4f6af60f-f0fc-4e44-9007-ccc7c4978bee" providerId="ADAL" clId="{1EE9874B-C741-4321-94A7-DAAEDB1B4B3C}" dt="2025-10-28T01:32:46.621" v="231" actId="478"/>
          <ac:spMkLst>
            <pc:docMk/>
            <pc:sldMk cId="3503965780" sldId="479"/>
            <ac:spMk id="5" creationId="{D5C58B49-5116-9D79-4A83-57DAD8A0424A}"/>
          </ac:spMkLst>
        </pc:spChg>
        <pc:spChg chg="mod">
          <ac:chgData name="Cory Vitanza" userId="4f6af60f-f0fc-4e44-9007-ccc7c4978bee" providerId="ADAL" clId="{1EE9874B-C741-4321-94A7-DAAEDB1B4B3C}" dt="2025-10-28T01:28:59.815" v="134" actId="1076"/>
          <ac:spMkLst>
            <pc:docMk/>
            <pc:sldMk cId="3503965780" sldId="479"/>
            <ac:spMk id="6" creationId="{9CFFDA82-6FB5-D991-BACF-FFBA9FB4DE47}"/>
          </ac:spMkLst>
        </pc:spChg>
        <pc:spChg chg="mod">
          <ac:chgData name="Cory Vitanza" userId="4f6af60f-f0fc-4e44-9007-ccc7c4978bee" providerId="ADAL" clId="{1EE9874B-C741-4321-94A7-DAAEDB1B4B3C}" dt="2025-10-28T01:32:43.094" v="229" actId="6549"/>
          <ac:spMkLst>
            <pc:docMk/>
            <pc:sldMk cId="3503965780" sldId="479"/>
            <ac:spMk id="7" creationId="{F70C7761-9394-C961-7A3B-9C04437EB3E2}"/>
          </ac:spMkLst>
        </pc:spChg>
        <pc:picChg chg="add mod">
          <ac:chgData name="Cory Vitanza" userId="4f6af60f-f0fc-4e44-9007-ccc7c4978bee" providerId="ADAL" clId="{1EE9874B-C741-4321-94A7-DAAEDB1B4B3C}" dt="2025-10-28T01:28:57.425" v="133" actId="1076"/>
          <ac:picMkLst>
            <pc:docMk/>
            <pc:sldMk cId="3503965780" sldId="479"/>
            <ac:picMk id="3" creationId="{DF076A2E-DC63-3694-8D63-0B02E586C9A0}"/>
          </ac:picMkLst>
        </pc:picChg>
      </pc:sldChg>
      <pc:sldChg chg="addSp delSp modSp mod">
        <pc:chgData name="Cory Vitanza" userId="4f6af60f-f0fc-4e44-9007-ccc7c4978bee" providerId="ADAL" clId="{1EE9874B-C741-4321-94A7-DAAEDB1B4B3C}" dt="2025-10-28T02:20:46.720" v="771" actId="1076"/>
        <pc:sldMkLst>
          <pc:docMk/>
          <pc:sldMk cId="2812374004" sldId="486"/>
        </pc:sldMkLst>
        <pc:spChg chg="mod">
          <ac:chgData name="Cory Vitanza" userId="4f6af60f-f0fc-4e44-9007-ccc7c4978bee" providerId="ADAL" clId="{1EE9874B-C741-4321-94A7-DAAEDB1B4B3C}" dt="2025-10-28T02:20:46.720" v="771" actId="1076"/>
          <ac:spMkLst>
            <pc:docMk/>
            <pc:sldMk cId="2812374004" sldId="486"/>
            <ac:spMk id="2" creationId="{0BF1394D-47A3-7EFA-B079-2A0E5A8BF24A}"/>
          </ac:spMkLst>
        </pc:spChg>
      </pc:sldChg>
      <pc:sldChg chg="addSp delSp modSp add mod modClrScheme chgLayout">
        <pc:chgData name="Cory Vitanza" userId="4f6af60f-f0fc-4e44-9007-ccc7c4978bee" providerId="ADAL" clId="{1EE9874B-C741-4321-94A7-DAAEDB1B4B3C}" dt="2025-10-28T01:32:50.270" v="232" actId="478"/>
        <pc:sldMkLst>
          <pc:docMk/>
          <pc:sldMk cId="1874857506" sldId="490"/>
        </pc:sldMkLst>
        <pc:spChg chg="mod ord">
          <ac:chgData name="Cory Vitanza" userId="4f6af60f-f0fc-4e44-9007-ccc7c4978bee" providerId="ADAL" clId="{1EE9874B-C741-4321-94A7-DAAEDB1B4B3C}" dt="2025-10-28T01:30:14.210" v="157" actId="700"/>
          <ac:spMkLst>
            <pc:docMk/>
            <pc:sldMk cId="1874857506" sldId="490"/>
            <ac:spMk id="5" creationId="{F4714700-07B7-CAFB-A9B3-BDEEE90E5AC1}"/>
          </ac:spMkLst>
        </pc:spChg>
        <pc:spChg chg="mod ord">
          <ac:chgData name="Cory Vitanza" userId="4f6af60f-f0fc-4e44-9007-ccc7c4978bee" providerId="ADAL" clId="{1EE9874B-C741-4321-94A7-DAAEDB1B4B3C}" dt="2025-10-28T01:30:14.210" v="157" actId="700"/>
          <ac:spMkLst>
            <pc:docMk/>
            <pc:sldMk cId="1874857506" sldId="490"/>
            <ac:spMk id="6" creationId="{27FC14AB-A425-9B16-EC55-F6A437D03FD0}"/>
          </ac:spMkLst>
        </pc:spChg>
        <pc:picChg chg="add mod">
          <ac:chgData name="Cory Vitanza" userId="4f6af60f-f0fc-4e44-9007-ccc7c4978bee" providerId="ADAL" clId="{1EE9874B-C741-4321-94A7-DAAEDB1B4B3C}" dt="2025-10-28T01:30:08.201" v="156" actId="1076"/>
          <ac:picMkLst>
            <pc:docMk/>
            <pc:sldMk cId="1874857506" sldId="490"/>
            <ac:picMk id="4" creationId="{F8CBF601-991C-F74A-98E4-1C48C6F5CCC2}"/>
          </ac:picMkLst>
        </pc:picChg>
      </pc:sldChg>
      <pc:sldChg chg="addSp delSp modSp add mod modClrScheme chgLayout">
        <pc:chgData name="Cory Vitanza" userId="4f6af60f-f0fc-4e44-9007-ccc7c4978bee" providerId="ADAL" clId="{1EE9874B-C741-4321-94A7-DAAEDB1B4B3C}" dt="2025-10-28T01:32:53.557" v="233" actId="478"/>
        <pc:sldMkLst>
          <pc:docMk/>
          <pc:sldMk cId="858038399" sldId="491"/>
        </pc:sldMkLst>
      </pc:sldChg>
      <pc:sldChg chg="addSp delSp modSp add mod modClrScheme chgLayout">
        <pc:chgData name="Cory Vitanza" userId="4f6af60f-f0fc-4e44-9007-ccc7c4978bee" providerId="ADAL" clId="{1EE9874B-C741-4321-94A7-DAAEDB1B4B3C}" dt="2025-10-28T01:36:20.057" v="263" actId="1076"/>
        <pc:sldMkLst>
          <pc:docMk/>
          <pc:sldMk cId="2848044347" sldId="492"/>
        </pc:sldMkLst>
        <pc:spChg chg="mod ord">
          <ac:chgData name="Cory Vitanza" userId="4f6af60f-f0fc-4e44-9007-ccc7c4978bee" providerId="ADAL" clId="{1EE9874B-C741-4321-94A7-DAAEDB1B4B3C}" dt="2025-10-28T01:36:10.696" v="259" actId="700"/>
          <ac:spMkLst>
            <pc:docMk/>
            <pc:sldMk cId="2848044347" sldId="492"/>
            <ac:spMk id="5" creationId="{D05BF9AF-6D37-3642-CEA3-540237C391EE}"/>
          </ac:spMkLst>
        </pc:spChg>
        <pc:spChg chg="mod ord">
          <ac:chgData name="Cory Vitanza" userId="4f6af60f-f0fc-4e44-9007-ccc7c4978bee" providerId="ADAL" clId="{1EE9874B-C741-4321-94A7-DAAEDB1B4B3C}" dt="2025-10-28T01:36:20.057" v="263" actId="1076"/>
          <ac:spMkLst>
            <pc:docMk/>
            <pc:sldMk cId="2848044347" sldId="492"/>
            <ac:spMk id="6" creationId="{51D1D92D-12AF-395B-FE62-C5E082FE3586}"/>
          </ac:spMkLst>
        </pc:spChg>
        <pc:spChg chg="mod">
          <ac:chgData name="Cory Vitanza" userId="4f6af60f-f0fc-4e44-9007-ccc7c4978bee" providerId="ADAL" clId="{1EE9874B-C741-4321-94A7-DAAEDB1B4B3C}" dt="2025-10-28T01:32:33.767" v="227" actId="6549"/>
          <ac:spMkLst>
            <pc:docMk/>
            <pc:sldMk cId="2848044347" sldId="492"/>
            <ac:spMk id="7" creationId="{5CDA5881-4B3F-B456-BD9F-45566F129BBD}"/>
          </ac:spMkLst>
        </pc:spChg>
        <pc:picChg chg="add mod">
          <ac:chgData name="Cory Vitanza" userId="4f6af60f-f0fc-4e44-9007-ccc7c4978bee" providerId="ADAL" clId="{1EE9874B-C741-4321-94A7-DAAEDB1B4B3C}" dt="2025-10-28T01:36:18.425" v="262" actId="1076"/>
          <ac:picMkLst>
            <pc:docMk/>
            <pc:sldMk cId="2848044347" sldId="492"/>
            <ac:picMk id="3" creationId="{A9F28F66-F483-7CEB-6516-DA96DDF1D480}"/>
          </ac:picMkLst>
        </pc:picChg>
      </pc:sldChg>
      <pc:sldChg chg="addSp delSp modSp add mod modClrScheme chgLayout">
        <pc:chgData name="Cory Vitanza" userId="4f6af60f-f0fc-4e44-9007-ccc7c4978bee" providerId="ADAL" clId="{1EE9874B-C741-4321-94A7-DAAEDB1B4B3C}" dt="2025-10-28T01:35:23.580" v="256" actId="20577"/>
        <pc:sldMkLst>
          <pc:docMk/>
          <pc:sldMk cId="207192600" sldId="493"/>
        </pc:sldMkLst>
        <pc:spChg chg="mod ord">
          <ac:chgData name="Cory Vitanza" userId="4f6af60f-f0fc-4e44-9007-ccc7c4978bee" providerId="ADAL" clId="{1EE9874B-C741-4321-94A7-DAAEDB1B4B3C}" dt="2025-10-28T01:35:23.580" v="256" actId="20577"/>
          <ac:spMkLst>
            <pc:docMk/>
            <pc:sldMk cId="207192600" sldId="493"/>
            <ac:spMk id="5" creationId="{71085BB8-B96D-42EF-B0D4-788CFF650BB1}"/>
          </ac:spMkLst>
        </pc:spChg>
        <pc:spChg chg="mod ord">
          <ac:chgData name="Cory Vitanza" userId="4f6af60f-f0fc-4e44-9007-ccc7c4978bee" providerId="ADAL" clId="{1EE9874B-C741-4321-94A7-DAAEDB1B4B3C}" dt="2025-10-28T01:34:10.830" v="254" actId="20577"/>
          <ac:spMkLst>
            <pc:docMk/>
            <pc:sldMk cId="207192600" sldId="493"/>
            <ac:spMk id="6" creationId="{197404A0-5C8D-E3C0-1685-377A910E9D0F}"/>
          </ac:spMkLst>
        </pc:spChg>
        <pc:picChg chg="add mod">
          <ac:chgData name="Cory Vitanza" userId="4f6af60f-f0fc-4e44-9007-ccc7c4978bee" providerId="ADAL" clId="{1EE9874B-C741-4321-94A7-DAAEDB1B4B3C}" dt="2025-10-28T01:34:05.279" v="247" actId="1076"/>
          <ac:picMkLst>
            <pc:docMk/>
            <pc:sldMk cId="207192600" sldId="493"/>
            <ac:picMk id="9" creationId="{F051C09A-57A8-50B9-3890-8C7CF10465CC}"/>
          </ac:picMkLst>
        </pc:picChg>
      </pc:sldChg>
      <pc:sldChg chg="modSp add mod">
        <pc:chgData name="Cory Vitanza" userId="4f6af60f-f0fc-4e44-9007-ccc7c4978bee" providerId="ADAL" clId="{1EE9874B-C741-4321-94A7-DAAEDB1B4B3C}" dt="2025-10-28T02:01:03.354" v="581" actId="20577"/>
        <pc:sldMkLst>
          <pc:docMk/>
          <pc:sldMk cId="468169368" sldId="494"/>
        </pc:sldMkLst>
        <pc:spChg chg="mod">
          <ac:chgData name="Cory Vitanza" userId="4f6af60f-f0fc-4e44-9007-ccc7c4978bee" providerId="ADAL" clId="{1EE9874B-C741-4321-94A7-DAAEDB1B4B3C}" dt="2025-10-28T01:55:49.998" v="455" actId="1076"/>
          <ac:spMkLst>
            <pc:docMk/>
            <pc:sldMk cId="468169368" sldId="494"/>
            <ac:spMk id="2" creationId="{DB5C5D51-193E-46AB-F534-6AECD8E68BC4}"/>
          </ac:spMkLst>
        </pc:spChg>
        <pc:spChg chg="mod">
          <ac:chgData name="Cory Vitanza" userId="4f6af60f-f0fc-4e44-9007-ccc7c4978bee" providerId="ADAL" clId="{1EE9874B-C741-4321-94A7-DAAEDB1B4B3C}" dt="2025-10-28T02:01:03.354" v="581" actId="20577"/>
          <ac:spMkLst>
            <pc:docMk/>
            <pc:sldMk cId="468169368" sldId="494"/>
            <ac:spMk id="3" creationId="{2BD1DD25-CA35-F31D-3EB0-93EA6270EE11}"/>
          </ac:spMkLst>
        </pc:spChg>
      </pc:sldChg>
      <pc:sldChg chg="add del">
        <pc:chgData name="Cory Vitanza" userId="4f6af60f-f0fc-4e44-9007-ccc7c4978bee" providerId="ADAL" clId="{1EE9874B-C741-4321-94A7-DAAEDB1B4B3C}" dt="2025-10-28T01:35:58.100" v="258" actId="2890"/>
        <pc:sldMkLst>
          <pc:docMk/>
          <pc:sldMk cId="2320104929" sldId="494"/>
        </pc:sldMkLst>
      </pc:sldChg>
      <pc:sldChg chg="addSp delSp modSp mod">
        <pc:chgData name="Cory Vitanza" userId="4f6af60f-f0fc-4e44-9007-ccc7c4978bee" providerId="ADAL" clId="{1EE9874B-C741-4321-94A7-DAAEDB1B4B3C}" dt="2025-10-28T02:16:52.485" v="702" actId="20577"/>
        <pc:sldMkLst>
          <pc:docMk/>
          <pc:sldMk cId="3566855194" sldId="495"/>
        </pc:sldMkLst>
        <pc:spChg chg="mod">
          <ac:chgData name="Cory Vitanza" userId="4f6af60f-f0fc-4e44-9007-ccc7c4978bee" providerId="ADAL" clId="{1EE9874B-C741-4321-94A7-DAAEDB1B4B3C}" dt="2025-10-28T02:16:52.485" v="702" actId="20577"/>
          <ac:spMkLst>
            <pc:docMk/>
            <pc:sldMk cId="3566855194" sldId="495"/>
            <ac:spMk id="3" creationId="{5732BD8C-DE4B-1F46-DC8D-011D14B56DE9}"/>
          </ac:spMkLst>
        </pc:spChg>
      </pc:sldChg>
      <pc:sldMasterChg chg="del delSldLayout">
        <pc:chgData name="Cory Vitanza" userId="4f6af60f-f0fc-4e44-9007-ccc7c4978bee" providerId="ADAL" clId="{1EE9874B-C741-4321-94A7-DAAEDB1B4B3C}" dt="2025-10-28T01:30:14.210" v="157" actId="700"/>
        <pc:sldMasterMkLst>
          <pc:docMk/>
          <pc:sldMasterMk cId="0" sldId="2147483681"/>
        </pc:sldMasterMkLst>
        <pc:sldLayoutChg chg="del">
          <pc:chgData name="Cory Vitanza" userId="4f6af60f-f0fc-4e44-9007-ccc7c4978bee" providerId="ADAL" clId="{1EE9874B-C741-4321-94A7-DAAEDB1B4B3C}" dt="2025-10-28T01:30:14.210" v="157" actId="700"/>
          <pc:sldLayoutMkLst>
            <pc:docMk/>
            <pc:sldMasterMk cId="0" sldId="2147483681"/>
            <pc:sldLayoutMk cId="0" sldId="2147483682"/>
          </pc:sldLayoutMkLst>
        </pc:sldLayoutChg>
      </pc:sldMasterChg>
      <pc:sldMasterChg chg="del delSldLayout">
        <pc:chgData name="Cory Vitanza" userId="4f6af60f-f0fc-4e44-9007-ccc7c4978bee" providerId="ADAL" clId="{1EE9874B-C741-4321-94A7-DAAEDB1B4B3C}" dt="2025-10-28T01:30:14.210" v="157" actId="700"/>
        <pc:sldMasterMkLst>
          <pc:docMk/>
          <pc:sldMasterMk cId="0" sldId="2147483683"/>
        </pc:sldMasterMkLst>
        <pc:sldLayoutChg chg="del">
          <pc:chgData name="Cory Vitanza" userId="4f6af60f-f0fc-4e44-9007-ccc7c4978bee" providerId="ADAL" clId="{1EE9874B-C741-4321-94A7-DAAEDB1B4B3C}" dt="2025-10-28T01:30:14.210" v="157" actId="700"/>
          <pc:sldLayoutMkLst>
            <pc:docMk/>
            <pc:sldMasterMk cId="0" sldId="2147483683"/>
            <pc:sldLayoutMk cId="0" sldId="2147483684"/>
          </pc:sldLayoutMkLst>
        </pc:sldLayoutChg>
        <pc:sldLayoutChg chg="del">
          <pc:chgData name="Cory Vitanza" userId="4f6af60f-f0fc-4e44-9007-ccc7c4978bee" providerId="ADAL" clId="{1EE9874B-C741-4321-94A7-DAAEDB1B4B3C}" dt="2025-10-28T01:30:14.210" v="157" actId="700"/>
          <pc:sldLayoutMkLst>
            <pc:docMk/>
            <pc:sldMasterMk cId="0" sldId="2147483683"/>
            <pc:sldLayoutMk cId="0" sldId="2147483685"/>
          </pc:sldLayoutMkLst>
        </pc:sldLayoutChg>
      </pc:sldMasterChg>
      <pc:sldMasterChg chg="del delSldLayout">
        <pc:chgData name="Cory Vitanza" userId="4f6af60f-f0fc-4e44-9007-ccc7c4978bee" providerId="ADAL" clId="{1EE9874B-C741-4321-94A7-DAAEDB1B4B3C}" dt="2025-10-28T01:30:14.210" v="157" actId="700"/>
        <pc:sldMasterMkLst>
          <pc:docMk/>
          <pc:sldMasterMk cId="0" sldId="2147483686"/>
        </pc:sldMasterMkLst>
        <pc:sldLayoutChg chg="del">
          <pc:chgData name="Cory Vitanza" userId="4f6af60f-f0fc-4e44-9007-ccc7c4978bee" providerId="ADAL" clId="{1EE9874B-C741-4321-94A7-DAAEDB1B4B3C}" dt="2025-10-28T01:30:14.210" v="157" actId="700"/>
          <pc:sldLayoutMkLst>
            <pc:docMk/>
            <pc:sldMasterMk cId="0" sldId="2147483686"/>
            <pc:sldLayoutMk cId="0" sldId="2147483687"/>
          </pc:sldLayoutMkLst>
        </pc:sldLayoutChg>
      </pc:sldMasterChg>
      <pc:sldMasterChg chg="del delSldLayout">
        <pc:chgData name="Cory Vitanza" userId="4f6af60f-f0fc-4e44-9007-ccc7c4978bee" providerId="ADAL" clId="{1EE9874B-C741-4321-94A7-DAAEDB1B4B3C}" dt="2025-10-28T01:30:14.210" v="157" actId="700"/>
        <pc:sldMasterMkLst>
          <pc:docMk/>
          <pc:sldMasterMk cId="0" sldId="2147483688"/>
        </pc:sldMasterMkLst>
        <pc:sldLayoutChg chg="del">
          <pc:chgData name="Cory Vitanza" userId="4f6af60f-f0fc-4e44-9007-ccc7c4978bee" providerId="ADAL" clId="{1EE9874B-C741-4321-94A7-DAAEDB1B4B3C}" dt="2025-10-28T01:30:14.210" v="157" actId="700"/>
          <pc:sldLayoutMkLst>
            <pc:docMk/>
            <pc:sldMasterMk cId="0" sldId="2147483688"/>
            <pc:sldLayoutMk cId="0" sldId="2147483689"/>
          </pc:sldLayoutMkLst>
        </pc:sldLayoutChg>
        <pc:sldLayoutChg chg="del">
          <pc:chgData name="Cory Vitanza" userId="4f6af60f-f0fc-4e44-9007-ccc7c4978bee" providerId="ADAL" clId="{1EE9874B-C741-4321-94A7-DAAEDB1B4B3C}" dt="2025-10-28T01:30:14.210" v="157" actId="700"/>
          <pc:sldLayoutMkLst>
            <pc:docMk/>
            <pc:sldMasterMk cId="0" sldId="2147483688"/>
            <pc:sldLayoutMk cId="0" sldId="2147483690"/>
          </pc:sldLayoutMkLst>
        </pc:sldLayoutChg>
        <pc:sldLayoutChg chg="del">
          <pc:chgData name="Cory Vitanza" userId="4f6af60f-f0fc-4e44-9007-ccc7c4978bee" providerId="ADAL" clId="{1EE9874B-C741-4321-94A7-DAAEDB1B4B3C}" dt="2025-10-28T01:30:14.210" v="157" actId="700"/>
          <pc:sldLayoutMkLst>
            <pc:docMk/>
            <pc:sldMasterMk cId="0" sldId="2147483688"/>
            <pc:sldLayoutMk cId="0" sldId="2147483691"/>
          </pc:sldLayoutMkLst>
        </pc:sldLayoutChg>
        <pc:sldLayoutChg chg="del">
          <pc:chgData name="Cory Vitanza" userId="4f6af60f-f0fc-4e44-9007-ccc7c4978bee" providerId="ADAL" clId="{1EE9874B-C741-4321-94A7-DAAEDB1B4B3C}" dt="2025-10-28T01:30:14.210" v="157" actId="700"/>
          <pc:sldLayoutMkLst>
            <pc:docMk/>
            <pc:sldMasterMk cId="0" sldId="2147483688"/>
            <pc:sldLayoutMk cId="0" sldId="2147483692"/>
          </pc:sldLayoutMkLst>
        </pc:sldLayoutChg>
        <pc:sldLayoutChg chg="del">
          <pc:chgData name="Cory Vitanza" userId="4f6af60f-f0fc-4e44-9007-ccc7c4978bee" providerId="ADAL" clId="{1EE9874B-C741-4321-94A7-DAAEDB1B4B3C}" dt="2025-10-28T01:30:14.210" v="157" actId="700"/>
          <pc:sldLayoutMkLst>
            <pc:docMk/>
            <pc:sldMasterMk cId="0" sldId="2147483688"/>
            <pc:sldLayoutMk cId="0" sldId="2147483693"/>
          </pc:sldLayoutMkLst>
        </pc:sldLayoutChg>
      </pc:sldMasterChg>
      <pc:sldMasterChg chg="del delSldLayout">
        <pc:chgData name="Cory Vitanza" userId="4f6af60f-f0fc-4e44-9007-ccc7c4978bee" providerId="ADAL" clId="{1EE9874B-C741-4321-94A7-DAAEDB1B4B3C}" dt="2025-10-28T01:30:14.210" v="157" actId="700"/>
        <pc:sldMasterMkLst>
          <pc:docMk/>
          <pc:sldMasterMk cId="0" sldId="2147483694"/>
        </pc:sldMasterMkLst>
        <pc:sldLayoutChg chg="del">
          <pc:chgData name="Cory Vitanza" userId="4f6af60f-f0fc-4e44-9007-ccc7c4978bee" providerId="ADAL" clId="{1EE9874B-C741-4321-94A7-DAAEDB1B4B3C}" dt="2025-10-28T01:30:14.210" v="157" actId="700"/>
          <pc:sldLayoutMkLst>
            <pc:docMk/>
            <pc:sldMasterMk cId="0" sldId="2147483694"/>
            <pc:sldLayoutMk cId="0" sldId="2147483695"/>
          </pc:sldLayoutMkLst>
        </pc:sldLayoutChg>
        <pc:sldLayoutChg chg="del">
          <pc:chgData name="Cory Vitanza" userId="4f6af60f-f0fc-4e44-9007-ccc7c4978bee" providerId="ADAL" clId="{1EE9874B-C741-4321-94A7-DAAEDB1B4B3C}" dt="2025-10-28T01:30:14.210" v="157" actId="700"/>
          <pc:sldLayoutMkLst>
            <pc:docMk/>
            <pc:sldMasterMk cId="0" sldId="2147483694"/>
            <pc:sldLayoutMk cId="0" sldId="2147483696"/>
          </pc:sldLayoutMkLst>
        </pc:sldLayoutChg>
        <pc:sldLayoutChg chg="del">
          <pc:chgData name="Cory Vitanza" userId="4f6af60f-f0fc-4e44-9007-ccc7c4978bee" providerId="ADAL" clId="{1EE9874B-C741-4321-94A7-DAAEDB1B4B3C}" dt="2025-10-28T01:30:14.210" v="157" actId="700"/>
          <pc:sldLayoutMkLst>
            <pc:docMk/>
            <pc:sldMasterMk cId="0" sldId="2147483694"/>
            <pc:sldLayoutMk cId="0" sldId="2147483697"/>
          </pc:sldLayoutMkLst>
        </pc:sldLayoutChg>
        <pc:sldLayoutChg chg="del">
          <pc:chgData name="Cory Vitanza" userId="4f6af60f-f0fc-4e44-9007-ccc7c4978bee" providerId="ADAL" clId="{1EE9874B-C741-4321-94A7-DAAEDB1B4B3C}" dt="2025-10-28T01:30:14.210" v="157" actId="700"/>
          <pc:sldLayoutMkLst>
            <pc:docMk/>
            <pc:sldMasterMk cId="0" sldId="2147483694"/>
            <pc:sldLayoutMk cId="0" sldId="2147483698"/>
          </pc:sldLayoutMkLst>
        </pc:sldLayoutChg>
      </pc:sldMasterChg>
      <pc:sldMasterChg chg="del delSldLayout">
        <pc:chgData name="Cory Vitanza" userId="4f6af60f-f0fc-4e44-9007-ccc7c4978bee" providerId="ADAL" clId="{1EE9874B-C741-4321-94A7-DAAEDB1B4B3C}" dt="2025-10-28T01:30:14.210" v="157" actId="700"/>
        <pc:sldMasterMkLst>
          <pc:docMk/>
          <pc:sldMasterMk cId="0" sldId="2147483699"/>
        </pc:sldMasterMkLst>
        <pc:sldLayoutChg chg="del">
          <pc:chgData name="Cory Vitanza" userId="4f6af60f-f0fc-4e44-9007-ccc7c4978bee" providerId="ADAL" clId="{1EE9874B-C741-4321-94A7-DAAEDB1B4B3C}" dt="2025-10-28T01:30:14.210" v="157" actId="700"/>
          <pc:sldLayoutMkLst>
            <pc:docMk/>
            <pc:sldMasterMk cId="0" sldId="2147483699"/>
            <pc:sldLayoutMk cId="0" sldId="2147483700"/>
          </pc:sldLayoutMkLst>
        </pc:sldLayoutChg>
      </pc:sldMasterChg>
    </pc:docChg>
  </pc:docChgLst>
  <pc:docChgLst>
    <pc:chgData name="Ryan Davis" userId="3ac07fbf-5725-4203-b184-f731d56af155" providerId="ADAL" clId="{02884376-6082-597C-A1AB-63EBAA4614D3}"/>
    <pc:docChg chg="undo custSel mod addSld modSld">
      <pc:chgData name="Ryan Davis" userId="3ac07fbf-5725-4203-b184-f731d56af155" providerId="ADAL" clId="{02884376-6082-597C-A1AB-63EBAA4614D3}" dt="2025-10-28T16:14:33.832" v="576"/>
      <pc:docMkLst>
        <pc:docMk/>
      </pc:docMkLst>
      <pc:sldChg chg="modSp mod">
        <pc:chgData name="Ryan Davis" userId="3ac07fbf-5725-4203-b184-f731d56af155" providerId="ADAL" clId="{02884376-6082-597C-A1AB-63EBAA4614D3}" dt="2025-10-27T05:48:14.322" v="5" actId="15"/>
        <pc:sldMkLst>
          <pc:docMk/>
          <pc:sldMk cId="1143711331" sldId="286"/>
        </pc:sldMkLst>
        <pc:spChg chg="mod">
          <ac:chgData name="Ryan Davis" userId="3ac07fbf-5725-4203-b184-f731d56af155" providerId="ADAL" clId="{02884376-6082-597C-A1AB-63EBAA4614D3}" dt="2025-10-27T05:48:14.322" v="5" actId="15"/>
          <ac:spMkLst>
            <pc:docMk/>
            <pc:sldMk cId="1143711331" sldId="286"/>
            <ac:spMk id="3" creationId="{B50AAB45-6D87-C8B3-0812-248CED741710}"/>
          </ac:spMkLst>
        </pc:spChg>
      </pc:sldChg>
      <pc:sldChg chg="addSp delSp modSp mod">
        <pc:chgData name="Ryan Davis" userId="3ac07fbf-5725-4203-b184-f731d56af155" providerId="ADAL" clId="{02884376-6082-597C-A1AB-63EBAA4614D3}" dt="2025-10-27T06:08:04.689" v="153" actId="1076"/>
        <pc:sldMkLst>
          <pc:docMk/>
          <pc:sldMk cId="2476480883" sldId="291"/>
        </pc:sldMkLst>
        <pc:picChg chg="add mod">
          <ac:chgData name="Ryan Davis" userId="3ac07fbf-5725-4203-b184-f731d56af155" providerId="ADAL" clId="{02884376-6082-597C-A1AB-63EBAA4614D3}" dt="2025-10-27T06:08:04.689" v="153" actId="1076"/>
          <ac:picMkLst>
            <pc:docMk/>
            <pc:sldMk cId="2476480883" sldId="291"/>
            <ac:picMk id="8" creationId="{C83253BA-EEBF-90F3-96B8-000D0E753022}"/>
          </ac:picMkLst>
        </pc:picChg>
      </pc:sldChg>
      <pc:sldChg chg="addSp delSp modSp mod">
        <pc:chgData name="Ryan Davis" userId="3ac07fbf-5725-4203-b184-f731d56af155" providerId="ADAL" clId="{02884376-6082-597C-A1AB-63EBAA4614D3}" dt="2025-10-28T16:14:02.441" v="574" actId="1076"/>
        <pc:sldMkLst>
          <pc:docMk/>
          <pc:sldMk cId="2855589776" sldId="297"/>
        </pc:sldMkLst>
        <pc:spChg chg="add mod">
          <ac:chgData name="Ryan Davis" userId="3ac07fbf-5725-4203-b184-f731d56af155" providerId="ADAL" clId="{02884376-6082-597C-A1AB-63EBAA4614D3}" dt="2025-10-28T16:14:02.441" v="574" actId="1076"/>
          <ac:spMkLst>
            <pc:docMk/>
            <pc:sldMk cId="2855589776" sldId="297"/>
            <ac:spMk id="7" creationId="{9B0BB39F-3A6E-CE8C-B9AE-A3E10CD1FD18}"/>
          </ac:spMkLst>
        </pc:spChg>
      </pc:sldChg>
      <pc:sldChg chg="addSp delSp modSp mod">
        <pc:chgData name="Ryan Davis" userId="3ac07fbf-5725-4203-b184-f731d56af155" providerId="ADAL" clId="{02884376-6082-597C-A1AB-63EBAA4614D3}" dt="2025-10-28T16:08:28.093" v="547" actId="1076"/>
        <pc:sldMkLst>
          <pc:docMk/>
          <pc:sldMk cId="3581761104" sldId="477"/>
        </pc:sldMkLst>
        <pc:spChg chg="mod">
          <ac:chgData name="Ryan Davis" userId="3ac07fbf-5725-4203-b184-f731d56af155" providerId="ADAL" clId="{02884376-6082-597C-A1AB-63EBAA4614D3}" dt="2025-10-28T16:08:19.233" v="545" actId="255"/>
          <ac:spMkLst>
            <pc:docMk/>
            <pc:sldMk cId="3581761104" sldId="477"/>
            <ac:spMk id="7" creationId="{1DF921EB-2FE1-E995-8DB1-A92AC7065B02}"/>
          </ac:spMkLst>
        </pc:spChg>
        <pc:picChg chg="add mod">
          <ac:chgData name="Ryan Davis" userId="3ac07fbf-5725-4203-b184-f731d56af155" providerId="ADAL" clId="{02884376-6082-597C-A1AB-63EBAA4614D3}" dt="2025-10-28T16:08:28.093" v="547" actId="1076"/>
          <ac:picMkLst>
            <pc:docMk/>
            <pc:sldMk cId="3581761104" sldId="477"/>
            <ac:picMk id="6" creationId="{EDAF3031-9D92-F647-89C9-F243BD3647F3}"/>
          </ac:picMkLst>
        </pc:picChg>
      </pc:sldChg>
      <pc:sldChg chg="addSp delSp modSp mod">
        <pc:chgData name="Ryan Davis" userId="3ac07fbf-5725-4203-b184-f731d56af155" providerId="ADAL" clId="{02884376-6082-597C-A1AB-63EBAA4614D3}" dt="2025-10-27T05:58:40.704" v="13" actId="1076"/>
        <pc:sldMkLst>
          <pc:docMk/>
          <pc:sldMk cId="2644836241" sldId="480"/>
        </pc:sldMkLst>
        <pc:picChg chg="add mod">
          <ac:chgData name="Ryan Davis" userId="3ac07fbf-5725-4203-b184-f731d56af155" providerId="ADAL" clId="{02884376-6082-597C-A1AB-63EBAA4614D3}" dt="2025-10-27T05:58:40.704" v="13" actId="1076"/>
          <ac:picMkLst>
            <pc:docMk/>
            <pc:sldMk cId="2644836241" sldId="480"/>
            <ac:picMk id="4" creationId="{C09EB097-BBBE-517D-84ED-CBE28728BAA5}"/>
          </ac:picMkLst>
        </pc:picChg>
      </pc:sldChg>
      <pc:sldChg chg="addSp delSp modSp mod">
        <pc:chgData name="Ryan Davis" userId="3ac07fbf-5725-4203-b184-f731d56af155" providerId="ADAL" clId="{02884376-6082-597C-A1AB-63EBAA4614D3}" dt="2025-10-27T06:01:02.234" v="32" actId="1076"/>
        <pc:sldMkLst>
          <pc:docMk/>
          <pc:sldMk cId="1992034254" sldId="482"/>
        </pc:sldMkLst>
        <pc:picChg chg="add mod">
          <ac:chgData name="Ryan Davis" userId="3ac07fbf-5725-4203-b184-f731d56af155" providerId="ADAL" clId="{02884376-6082-597C-A1AB-63EBAA4614D3}" dt="2025-10-27T06:00:09.381" v="18" actId="962"/>
          <ac:picMkLst>
            <pc:docMk/>
            <pc:sldMk cId="1992034254" sldId="482"/>
            <ac:picMk id="4" creationId="{E0282405-52B1-5693-7DAF-4EBC8ADDB717}"/>
          </ac:picMkLst>
        </pc:picChg>
        <pc:picChg chg="add mod">
          <ac:chgData name="Ryan Davis" userId="3ac07fbf-5725-4203-b184-f731d56af155" providerId="ADAL" clId="{02884376-6082-597C-A1AB-63EBAA4614D3}" dt="2025-10-27T06:00:23.240" v="22" actId="962"/>
          <ac:picMkLst>
            <pc:docMk/>
            <pc:sldMk cId="1992034254" sldId="482"/>
            <ac:picMk id="8" creationId="{21C6068A-9739-E839-8D85-EB41288E2D65}"/>
          </ac:picMkLst>
        </pc:picChg>
        <pc:picChg chg="add mod">
          <ac:chgData name="Ryan Davis" userId="3ac07fbf-5725-4203-b184-f731d56af155" providerId="ADAL" clId="{02884376-6082-597C-A1AB-63EBAA4614D3}" dt="2025-10-27T06:00:56.425" v="31" actId="1076"/>
          <ac:picMkLst>
            <pc:docMk/>
            <pc:sldMk cId="1992034254" sldId="482"/>
            <ac:picMk id="10" creationId="{EC720674-56B8-2AE6-013F-067F9656D5F3}"/>
          </ac:picMkLst>
        </pc:picChg>
        <pc:picChg chg="add mod">
          <ac:chgData name="Ryan Davis" userId="3ac07fbf-5725-4203-b184-f731d56af155" providerId="ADAL" clId="{02884376-6082-597C-A1AB-63EBAA4614D3}" dt="2025-10-27T06:01:02.234" v="32" actId="1076"/>
          <ac:picMkLst>
            <pc:docMk/>
            <pc:sldMk cId="1992034254" sldId="482"/>
            <ac:picMk id="12" creationId="{E301D899-F9DF-A6C6-42EB-3038D6E6D7BA}"/>
          </ac:picMkLst>
        </pc:picChg>
      </pc:sldChg>
      <pc:sldChg chg="addSp delSp modSp mod">
        <pc:chgData name="Ryan Davis" userId="3ac07fbf-5725-4203-b184-f731d56af155" providerId="ADAL" clId="{02884376-6082-597C-A1AB-63EBAA4614D3}" dt="2025-10-27T06:04:10.755" v="107" actId="1076"/>
        <pc:sldMkLst>
          <pc:docMk/>
          <pc:sldMk cId="3550023296" sldId="483"/>
        </pc:sldMkLst>
        <pc:picChg chg="add mod">
          <ac:chgData name="Ryan Davis" userId="3ac07fbf-5725-4203-b184-f731d56af155" providerId="ADAL" clId="{02884376-6082-597C-A1AB-63EBAA4614D3}" dt="2025-10-27T06:04:04.441" v="104" actId="1076"/>
          <ac:picMkLst>
            <pc:docMk/>
            <pc:sldMk cId="3550023296" sldId="483"/>
            <ac:picMk id="11" creationId="{C2A174FD-FBBA-1D68-A8A3-DA0E4368E5FB}"/>
          </ac:picMkLst>
        </pc:picChg>
        <pc:picChg chg="add mod">
          <ac:chgData name="Ryan Davis" userId="3ac07fbf-5725-4203-b184-f731d56af155" providerId="ADAL" clId="{02884376-6082-597C-A1AB-63EBAA4614D3}" dt="2025-10-27T06:04:10.755" v="107" actId="1076"/>
          <ac:picMkLst>
            <pc:docMk/>
            <pc:sldMk cId="3550023296" sldId="483"/>
            <ac:picMk id="13" creationId="{9FAC7418-443B-8954-B4ED-3D49E4659E6D}"/>
          </ac:picMkLst>
        </pc:picChg>
      </pc:sldChg>
      <pc:sldChg chg="addSp delSp modSp new mod">
        <pc:chgData name="Ryan Davis" userId="3ac07fbf-5725-4203-b184-f731d56af155" providerId="ADAL" clId="{02884376-6082-597C-A1AB-63EBAA4614D3}" dt="2025-10-27T06:02:16.323" v="82" actId="1076"/>
        <pc:sldMkLst>
          <pc:docMk/>
          <pc:sldMk cId="2954452312" sldId="487"/>
        </pc:sldMkLst>
        <pc:spChg chg="mod">
          <ac:chgData name="Ryan Davis" userId="3ac07fbf-5725-4203-b184-f731d56af155" providerId="ADAL" clId="{02884376-6082-597C-A1AB-63EBAA4614D3}" dt="2025-10-27T06:01:40.255" v="74" actId="1076"/>
          <ac:spMkLst>
            <pc:docMk/>
            <pc:sldMk cId="2954452312" sldId="487"/>
            <ac:spMk id="4" creationId="{3C444ED7-1188-E453-A733-262942FD0970}"/>
          </ac:spMkLst>
        </pc:spChg>
        <pc:picChg chg="add mod">
          <ac:chgData name="Ryan Davis" userId="3ac07fbf-5725-4203-b184-f731d56af155" providerId="ADAL" clId="{02884376-6082-597C-A1AB-63EBAA4614D3}" dt="2025-10-27T06:01:57.683" v="78" actId="1076"/>
          <ac:picMkLst>
            <pc:docMk/>
            <pc:sldMk cId="2954452312" sldId="487"/>
            <ac:picMk id="7" creationId="{677A24DF-D946-79CE-E046-9AE189D2274C}"/>
          </ac:picMkLst>
        </pc:picChg>
        <pc:picChg chg="add mod">
          <ac:chgData name="Ryan Davis" userId="3ac07fbf-5725-4203-b184-f731d56af155" providerId="ADAL" clId="{02884376-6082-597C-A1AB-63EBAA4614D3}" dt="2025-10-27T06:02:16.323" v="82" actId="1076"/>
          <ac:picMkLst>
            <pc:docMk/>
            <pc:sldMk cId="2954452312" sldId="487"/>
            <ac:picMk id="9" creationId="{F4B9BF83-E7B7-6E2B-67AD-C6E1F0DE1F18}"/>
          </ac:picMkLst>
        </pc:picChg>
      </pc:sldChg>
      <pc:sldChg chg="addSp delSp modSp new mod">
        <pc:chgData name="Ryan Davis" userId="3ac07fbf-5725-4203-b184-f731d56af155" providerId="ADAL" clId="{02884376-6082-597C-A1AB-63EBAA4614D3}" dt="2025-10-27T06:05:17.720" v="123" actId="1076"/>
        <pc:sldMkLst>
          <pc:docMk/>
          <pc:sldMk cId="4168220352" sldId="488"/>
        </pc:sldMkLst>
        <pc:spChg chg="mod">
          <ac:chgData name="Ryan Davis" userId="3ac07fbf-5725-4203-b184-f731d56af155" providerId="ADAL" clId="{02884376-6082-597C-A1AB-63EBAA4614D3}" dt="2025-10-27T06:04:26.971" v="111"/>
          <ac:spMkLst>
            <pc:docMk/>
            <pc:sldMk cId="4168220352" sldId="488"/>
            <ac:spMk id="4" creationId="{00AD8971-86DA-C4BA-5639-601F6DBBA746}"/>
          </ac:spMkLst>
        </pc:spChg>
        <pc:picChg chg="add mod">
          <ac:chgData name="Ryan Davis" userId="3ac07fbf-5725-4203-b184-f731d56af155" providerId="ADAL" clId="{02884376-6082-597C-A1AB-63EBAA4614D3}" dt="2025-10-27T06:04:58.268" v="116" actId="1076"/>
          <ac:picMkLst>
            <pc:docMk/>
            <pc:sldMk cId="4168220352" sldId="488"/>
            <ac:picMk id="7" creationId="{6E7BBBC8-69A5-2682-6C41-B12E20E909EB}"/>
          </ac:picMkLst>
        </pc:picChg>
        <pc:picChg chg="add mod">
          <ac:chgData name="Ryan Davis" userId="3ac07fbf-5725-4203-b184-f731d56af155" providerId="ADAL" clId="{02884376-6082-597C-A1AB-63EBAA4614D3}" dt="2025-10-27T06:05:17.720" v="123" actId="1076"/>
          <ac:picMkLst>
            <pc:docMk/>
            <pc:sldMk cId="4168220352" sldId="488"/>
            <ac:picMk id="9" creationId="{0E6FFDA6-5D80-FDD7-0F51-87EE8A45132A}"/>
          </ac:picMkLst>
        </pc:picChg>
      </pc:sldChg>
      <pc:sldChg chg="addSp delSp modSp new mod">
        <pc:chgData name="Ryan Davis" userId="3ac07fbf-5725-4203-b184-f731d56af155" providerId="ADAL" clId="{02884376-6082-597C-A1AB-63EBAA4614D3}" dt="2025-10-27T06:06:13.146" v="143" actId="1076"/>
        <pc:sldMkLst>
          <pc:docMk/>
          <pc:sldMk cId="2523379919" sldId="489"/>
        </pc:sldMkLst>
        <pc:spChg chg="mod">
          <ac:chgData name="Ryan Davis" userId="3ac07fbf-5725-4203-b184-f731d56af155" providerId="ADAL" clId="{02884376-6082-597C-A1AB-63EBAA4614D3}" dt="2025-10-27T06:05:35.143" v="128"/>
          <ac:spMkLst>
            <pc:docMk/>
            <pc:sldMk cId="2523379919" sldId="489"/>
            <ac:spMk id="4" creationId="{1EA7324D-0267-7667-7D22-068B19B0C652}"/>
          </ac:spMkLst>
        </pc:spChg>
        <pc:picChg chg="add mod">
          <ac:chgData name="Ryan Davis" userId="3ac07fbf-5725-4203-b184-f731d56af155" providerId="ADAL" clId="{02884376-6082-597C-A1AB-63EBAA4614D3}" dt="2025-10-27T06:05:51.852" v="135" actId="1076"/>
          <ac:picMkLst>
            <pc:docMk/>
            <pc:sldMk cId="2523379919" sldId="489"/>
            <ac:picMk id="7" creationId="{83C2AD64-8E4C-1B24-D8BD-0E143DF0120A}"/>
          </ac:picMkLst>
        </pc:picChg>
        <pc:picChg chg="add mod">
          <ac:chgData name="Ryan Davis" userId="3ac07fbf-5725-4203-b184-f731d56af155" providerId="ADAL" clId="{02884376-6082-597C-A1AB-63EBAA4614D3}" dt="2025-10-27T06:06:13.146" v="143" actId="1076"/>
          <ac:picMkLst>
            <pc:docMk/>
            <pc:sldMk cId="2523379919" sldId="489"/>
            <ac:picMk id="9" creationId="{F63A1B62-C72D-9F77-1322-2BB9C0122BCE}"/>
          </ac:picMkLst>
        </pc:picChg>
      </pc:sldChg>
      <pc:sldChg chg="modSp mod">
        <pc:chgData name="Ryan Davis" userId="3ac07fbf-5725-4203-b184-f731d56af155" providerId="ADAL" clId="{02884376-6082-597C-A1AB-63EBAA4614D3}" dt="2025-10-28T16:14:33.832" v="576"/>
        <pc:sldMkLst>
          <pc:docMk/>
          <pc:sldMk cId="3566855194" sldId="495"/>
        </pc:sldMkLst>
        <pc:spChg chg="mod">
          <ac:chgData name="Ryan Davis" userId="3ac07fbf-5725-4203-b184-f731d56af155" providerId="ADAL" clId="{02884376-6082-597C-A1AB-63EBAA4614D3}" dt="2025-10-28T16:14:33.832" v="576"/>
          <ac:spMkLst>
            <pc:docMk/>
            <pc:sldMk cId="3566855194" sldId="495"/>
            <ac:spMk id="3" creationId="{5732BD8C-DE4B-1F46-DC8D-011D14B56DE9}"/>
          </ac:spMkLst>
        </pc:spChg>
      </pc:sldChg>
    </pc:docChg>
  </pc:docChgLst>
  <pc:docChgLst>
    <pc:chgData name="Ryan Davis" userId="3ac07fbf-5725-4203-b184-f731d56af155" providerId="ADAL" clId="{E01963AC-1344-4336-8CD2-AF3A456F6561}"/>
    <pc:docChg chg="custSel addSld modSld">
      <pc:chgData name="Ryan Davis" userId="3ac07fbf-5725-4203-b184-f731d56af155" providerId="ADAL" clId="{E01963AC-1344-4336-8CD2-AF3A456F6561}" dt="2025-10-28T02:15:27.571" v="19" actId="20577"/>
      <pc:docMkLst>
        <pc:docMk/>
      </pc:docMkLst>
      <pc:sldChg chg="modSp new mod">
        <pc:chgData name="Ryan Davis" userId="3ac07fbf-5725-4203-b184-f731d56af155" providerId="ADAL" clId="{E01963AC-1344-4336-8CD2-AF3A456F6561}" dt="2025-10-28T02:15:27.571" v="19" actId="20577"/>
        <pc:sldMkLst>
          <pc:docMk/>
          <pc:sldMk cId="3566855194" sldId="495"/>
        </pc:sldMkLst>
        <pc:spChg chg="mod">
          <ac:chgData name="Ryan Davis" userId="3ac07fbf-5725-4203-b184-f731d56af155" providerId="ADAL" clId="{E01963AC-1344-4336-8CD2-AF3A456F6561}" dt="2025-10-28T02:15:27.571" v="19" actId="20577"/>
          <ac:spMkLst>
            <pc:docMk/>
            <pc:sldMk cId="3566855194" sldId="495"/>
            <ac:spMk id="2" creationId="{A35BB4C4-0597-4DCB-4858-EE178ADB54CF}"/>
          </ac:spMkLst>
        </pc:spChg>
      </pc:sldChg>
    </pc:docChg>
  </pc:docChgLst>
  <pc:docChgLst>
    <pc:chgData name="Cory Vitanza" userId="4f6af60f-f0fc-4e44-9007-ccc7c4978bee" providerId="ADAL" clId="{BF149888-0F00-4023-94F6-C80E3F045662}"/>
    <pc:docChg chg="undo custSel delSld modSld">
      <pc:chgData name="Cory Vitanza" userId="4f6af60f-f0fc-4e44-9007-ccc7c4978bee" providerId="ADAL" clId="{BF149888-0F00-4023-94F6-C80E3F045662}" dt="2025-10-30T18:45:47.525" v="100" actId="1035"/>
      <pc:docMkLst>
        <pc:docMk/>
      </pc:docMkLst>
      <pc:sldChg chg="modSp mod">
        <pc:chgData name="Cory Vitanza" userId="4f6af60f-f0fc-4e44-9007-ccc7c4978bee" providerId="ADAL" clId="{BF149888-0F00-4023-94F6-C80E3F045662}" dt="2025-10-30T18:38:27.479" v="96"/>
        <pc:sldMkLst>
          <pc:docMk/>
          <pc:sldMk cId="0" sldId="256"/>
        </pc:sldMkLst>
        <pc:spChg chg="mod">
          <ac:chgData name="Cory Vitanza" userId="4f6af60f-f0fc-4e44-9007-ccc7c4978bee" providerId="ADAL" clId="{BF149888-0F00-4023-94F6-C80E3F045662}" dt="2025-10-30T18:38:27.479" v="96"/>
          <ac:spMkLst>
            <pc:docMk/>
            <pc:sldMk cId="0" sldId="256"/>
            <ac:spMk id="376" creationId="{00000000-0000-0000-0000-000000000000}"/>
          </ac:spMkLst>
        </pc:spChg>
      </pc:sldChg>
      <pc:sldChg chg="modSp mod">
        <pc:chgData name="Cory Vitanza" userId="4f6af60f-f0fc-4e44-9007-ccc7c4978bee" providerId="ADAL" clId="{BF149888-0F00-4023-94F6-C80E3F045662}" dt="2025-10-28T18:38:41.715" v="94" actId="1076"/>
        <pc:sldMkLst>
          <pc:docMk/>
          <pc:sldMk cId="3847640574" sldId="296"/>
        </pc:sldMkLst>
        <pc:picChg chg="mod">
          <ac:chgData name="Cory Vitanza" userId="4f6af60f-f0fc-4e44-9007-ccc7c4978bee" providerId="ADAL" clId="{BF149888-0F00-4023-94F6-C80E3F045662}" dt="2025-10-28T18:38:41.715" v="94" actId="1076"/>
          <ac:picMkLst>
            <pc:docMk/>
            <pc:sldMk cId="3847640574" sldId="296"/>
            <ac:picMk id="15" creationId="{81F6C9FC-B44A-4AD9-9F63-F782E7A67C7C}"/>
          </ac:picMkLst>
        </pc:picChg>
      </pc:sldChg>
      <pc:sldChg chg="modSp mod">
        <pc:chgData name="Cory Vitanza" userId="4f6af60f-f0fc-4e44-9007-ccc7c4978bee" providerId="ADAL" clId="{BF149888-0F00-4023-94F6-C80E3F045662}" dt="2025-10-28T18:37:33.158" v="83" actId="14100"/>
        <pc:sldMkLst>
          <pc:docMk/>
          <pc:sldMk cId="2855589776" sldId="297"/>
        </pc:sldMkLst>
        <pc:spChg chg="mod">
          <ac:chgData name="Cory Vitanza" userId="4f6af60f-f0fc-4e44-9007-ccc7c4978bee" providerId="ADAL" clId="{BF149888-0F00-4023-94F6-C80E3F045662}" dt="2025-10-28T18:37:33.158" v="83" actId="14100"/>
          <ac:spMkLst>
            <pc:docMk/>
            <pc:sldMk cId="2855589776" sldId="297"/>
            <ac:spMk id="7" creationId="{9B0BB39F-3A6E-CE8C-B9AE-A3E10CD1FD18}"/>
          </ac:spMkLst>
        </pc:spChg>
      </pc:sldChg>
      <pc:sldChg chg="modSp mod">
        <pc:chgData name="Cory Vitanza" userId="4f6af60f-f0fc-4e44-9007-ccc7c4978bee" providerId="ADAL" clId="{BF149888-0F00-4023-94F6-C80E3F045662}" dt="2025-10-28T18:35:54.978" v="19" actId="15"/>
        <pc:sldMkLst>
          <pc:docMk/>
          <pc:sldMk cId="3581761104" sldId="477"/>
        </pc:sldMkLst>
        <pc:spChg chg="mod">
          <ac:chgData name="Cory Vitanza" userId="4f6af60f-f0fc-4e44-9007-ccc7c4978bee" providerId="ADAL" clId="{BF149888-0F00-4023-94F6-C80E3F045662}" dt="2025-10-28T18:35:54.978" v="19" actId="15"/>
          <ac:spMkLst>
            <pc:docMk/>
            <pc:sldMk cId="3581761104" sldId="477"/>
            <ac:spMk id="7" creationId="{1DF921EB-2FE1-E995-8DB1-A92AC7065B02}"/>
          </ac:spMkLst>
        </pc:spChg>
      </pc:sldChg>
      <pc:sldChg chg="modSp mod">
        <pc:chgData name="Cory Vitanza" userId="4f6af60f-f0fc-4e44-9007-ccc7c4978bee" providerId="ADAL" clId="{BF149888-0F00-4023-94F6-C80E3F045662}" dt="2025-10-28T18:38:28.007" v="90" actId="1076"/>
        <pc:sldMkLst>
          <pc:docMk/>
          <pc:sldMk cId="3503965780" sldId="479"/>
        </pc:sldMkLst>
        <pc:picChg chg="mod">
          <ac:chgData name="Cory Vitanza" userId="4f6af60f-f0fc-4e44-9007-ccc7c4978bee" providerId="ADAL" clId="{BF149888-0F00-4023-94F6-C80E3F045662}" dt="2025-10-28T18:38:28.007" v="90" actId="1076"/>
          <ac:picMkLst>
            <pc:docMk/>
            <pc:sldMk cId="3503965780" sldId="479"/>
            <ac:picMk id="3" creationId="{DF076A2E-DC63-3694-8D63-0B02E586C9A0}"/>
          </ac:picMkLst>
        </pc:picChg>
      </pc:sldChg>
      <pc:sldChg chg="modSp mod">
        <pc:chgData name="Cory Vitanza" userId="4f6af60f-f0fc-4e44-9007-ccc7c4978bee" providerId="ADAL" clId="{BF149888-0F00-4023-94F6-C80E3F045662}" dt="2025-10-30T18:45:47.525" v="100" actId="1035"/>
        <pc:sldMkLst>
          <pc:docMk/>
          <pc:sldMk cId="3550023296" sldId="483"/>
        </pc:sldMkLst>
        <pc:picChg chg="mod">
          <ac:chgData name="Cory Vitanza" userId="4f6af60f-f0fc-4e44-9007-ccc7c4978bee" providerId="ADAL" clId="{BF149888-0F00-4023-94F6-C80E3F045662}" dt="2025-10-30T18:45:47.525" v="100" actId="1035"/>
          <ac:picMkLst>
            <pc:docMk/>
            <pc:sldMk cId="3550023296" sldId="483"/>
            <ac:picMk id="11" creationId="{C2A174FD-FBBA-1D68-A8A3-DA0E4368E5FB}"/>
          </ac:picMkLst>
        </pc:picChg>
      </pc:sldChg>
      <pc:sldChg chg="modSp mod">
        <pc:chgData name="Cory Vitanza" userId="4f6af60f-f0fc-4e44-9007-ccc7c4978bee" providerId="ADAL" clId="{BF149888-0F00-4023-94F6-C80E3F045662}" dt="2025-10-28T18:38:20.524" v="88" actId="14100"/>
        <pc:sldMkLst>
          <pc:docMk/>
          <pc:sldMk cId="1874857506" sldId="490"/>
        </pc:sldMkLst>
        <pc:picChg chg="mod">
          <ac:chgData name="Cory Vitanza" userId="4f6af60f-f0fc-4e44-9007-ccc7c4978bee" providerId="ADAL" clId="{BF149888-0F00-4023-94F6-C80E3F045662}" dt="2025-10-28T18:38:20.524" v="88" actId="14100"/>
          <ac:picMkLst>
            <pc:docMk/>
            <pc:sldMk cId="1874857506" sldId="490"/>
            <ac:picMk id="4" creationId="{F8CBF601-991C-F74A-98E4-1C48C6F5CCC2}"/>
          </ac:picMkLst>
        </pc:picChg>
      </pc:sldChg>
      <pc:sldChg chg="modSp del mod">
        <pc:chgData name="Cory Vitanza" userId="4f6af60f-f0fc-4e44-9007-ccc7c4978bee" providerId="ADAL" clId="{BF149888-0F00-4023-94F6-C80E3F045662}" dt="2025-10-28T18:38:16.758" v="87" actId="2696"/>
        <pc:sldMkLst>
          <pc:docMk/>
          <pc:sldMk cId="858038399" sldId="491"/>
        </pc:sldMkLst>
      </pc:sldChg>
      <pc:sldChg chg="modSp mod">
        <pc:chgData name="Cory Vitanza" userId="4f6af60f-f0fc-4e44-9007-ccc7c4978bee" providerId="ADAL" clId="{BF149888-0F00-4023-94F6-C80E3F045662}" dt="2025-10-28T18:37:49.153" v="85" actId="14100"/>
        <pc:sldMkLst>
          <pc:docMk/>
          <pc:sldMk cId="2848044347" sldId="492"/>
        </pc:sldMkLst>
        <pc:picChg chg="mod">
          <ac:chgData name="Cory Vitanza" userId="4f6af60f-f0fc-4e44-9007-ccc7c4978bee" providerId="ADAL" clId="{BF149888-0F00-4023-94F6-C80E3F045662}" dt="2025-10-28T18:37:49.153" v="85" actId="14100"/>
          <ac:picMkLst>
            <pc:docMk/>
            <pc:sldMk cId="2848044347" sldId="492"/>
            <ac:picMk id="3" creationId="{A9F28F66-F483-7CEB-6516-DA96DDF1D480}"/>
          </ac:picMkLst>
        </pc:picChg>
      </pc:sldChg>
      <pc:sldChg chg="modSp mod">
        <pc:chgData name="Cory Vitanza" userId="4f6af60f-f0fc-4e44-9007-ccc7c4978bee" providerId="ADAL" clId="{BF149888-0F00-4023-94F6-C80E3F045662}" dt="2025-10-28T18:37:45.787" v="84" actId="14100"/>
        <pc:sldMkLst>
          <pc:docMk/>
          <pc:sldMk cId="207192600" sldId="493"/>
        </pc:sldMkLst>
        <pc:picChg chg="mod">
          <ac:chgData name="Cory Vitanza" userId="4f6af60f-f0fc-4e44-9007-ccc7c4978bee" providerId="ADAL" clId="{BF149888-0F00-4023-94F6-C80E3F045662}" dt="2025-10-28T18:37:45.787" v="84" actId="14100"/>
          <ac:picMkLst>
            <pc:docMk/>
            <pc:sldMk cId="207192600" sldId="493"/>
            <ac:picMk id="9" creationId="{F051C09A-57A8-50B9-3890-8C7CF10465CC}"/>
          </ac:picMkLst>
        </pc:picChg>
      </pc:sldChg>
      <pc:sldMasterChg chg="delSldLayout">
        <pc:chgData name="Cory Vitanza" userId="4f6af60f-f0fc-4e44-9007-ccc7c4978bee" providerId="ADAL" clId="{BF149888-0F00-4023-94F6-C80E3F045662}" dt="2025-10-28T18:38:16.758" v="87" actId="2696"/>
        <pc:sldMasterMkLst>
          <pc:docMk/>
          <pc:sldMasterMk cId="0" sldId="2147483661"/>
        </pc:sldMasterMkLst>
        <pc:sldLayoutChg chg="del">
          <pc:chgData name="Cory Vitanza" userId="4f6af60f-f0fc-4e44-9007-ccc7c4978bee" providerId="ADAL" clId="{BF149888-0F00-4023-94F6-C80E3F045662}" dt="2025-10-28T18:38:16.758" v="87" actId="2696"/>
          <pc:sldLayoutMkLst>
            <pc:docMk/>
            <pc:sldMasterMk cId="0" sldId="2147483661"/>
            <pc:sldLayoutMk cId="0" sldId="214748366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Every team needs to be aware of the Agile Unified Process we are planning to implement in this class.  Every team should explain that our design approach will follow this process goals and you can break this down into different steps for your project.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69961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727918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6.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0.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1.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3.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4.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5.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6.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7.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8.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9.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0.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1.jpeg"/><Relationship Id="rId1" Type="http://schemas.openxmlformats.org/officeDocument/2006/relationships/slideMaster" Target="../slideMasters/slideMaster2.xml"/><Relationship Id="rId6" Type="http://schemas.openxmlformats.org/officeDocument/2006/relationships/image" Target="../media/image33.png"/><Relationship Id="rId5" Type="http://schemas.openxmlformats.org/officeDocument/2006/relationships/image" Target="file://localhost/Users/jasonrodriguez/Projects/Power%20Points/FINAL%20Template/images/images/PPT_Template_Header.png" TargetMode="External"/><Relationship Id="rId4" Type="http://schemas.openxmlformats.org/officeDocument/2006/relationships/image" Target="../media/image3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dwin A Stevens Hall">
  <p:cSld name="Edwin A Stevens Hall">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14" name="Google Shape;14;p9"/>
          <p:cNvSpPr txBox="1">
            <a:spLocks noGrp="1"/>
          </p:cNvSpPr>
          <p:nvPr>
            <p:ph type="body" idx="1"/>
          </p:nvPr>
        </p:nvSpPr>
        <p:spPr>
          <a:xfrm>
            <a:off x="123825" y="1364341"/>
            <a:ext cx="5776232" cy="201023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chemeClr val="dk1"/>
              </a:buClr>
              <a:buSzPts val="3200"/>
              <a:buFont typeface="Arial"/>
              <a:buNone/>
              <a:defRPr sz="3200" b="1" i="0" u="none" strike="noStrike" cap="none">
                <a:solidFill>
                  <a:schemeClr val="dk1"/>
                </a:solidFill>
                <a:latin typeface="Century Gothic"/>
                <a:ea typeface="Century Gothic"/>
                <a:cs typeface="Century Gothic"/>
                <a:sym typeface="Century Gothic"/>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5" name="Google Shape;15;p9"/>
          <p:cNvSpPr txBox="1">
            <a:spLocks noGrp="1"/>
          </p:cNvSpPr>
          <p:nvPr>
            <p:ph type="body" idx="2"/>
          </p:nvPr>
        </p:nvSpPr>
        <p:spPr>
          <a:xfrm>
            <a:off x="115888" y="4898571"/>
            <a:ext cx="5784169" cy="125616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 name="Google Shape;16;p9"/>
          <p:cNvSpPr txBox="1">
            <a:spLocks noGrp="1"/>
          </p:cNvSpPr>
          <p:nvPr>
            <p:ph type="body" idx="3"/>
          </p:nvPr>
        </p:nvSpPr>
        <p:spPr>
          <a:xfrm>
            <a:off x="123825" y="3512457"/>
            <a:ext cx="5776232" cy="120468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dk1"/>
              </a:buClr>
              <a:buSzPts val="2400"/>
              <a:buFont typeface="Arial"/>
              <a:buNone/>
              <a:defRPr sz="2400" b="0" i="1"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17" name="Google Shape;17;p9" descr="/Users/jasonrodriguez/Projects/Power Points/FINAL Template/images/images/CoverSlide_Header_01.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8" name="Google Shape;18;p9" descr="CoverSlide_Footer_03.png"/>
          <p:cNvPicPr preferRelativeResize="0"/>
          <p:nvPr/>
        </p:nvPicPr>
        <p:blipFill rotWithShape="1">
          <a:blip r:embed="rId4">
            <a:alphaModFix/>
          </a:blip>
          <a:srcRect/>
          <a:stretch/>
        </p:blipFill>
        <p:spPr>
          <a:xfrm>
            <a:off x="0" y="6272784"/>
            <a:ext cx="9144000" cy="585216"/>
          </a:xfrm>
          <a:prstGeom prst="rect">
            <a:avLst/>
          </a:prstGeom>
          <a:noFill/>
          <a:ln>
            <a:noFill/>
          </a:ln>
        </p:spPr>
      </p:pic>
      <p:pic>
        <p:nvPicPr>
          <p:cNvPr id="19" name="Google Shape;19;p9" descr="Stevens-Official-PMSColor-R.eps"/>
          <p:cNvPicPr preferRelativeResize="0"/>
          <p:nvPr/>
        </p:nvPicPr>
        <p:blipFill rotWithShape="1">
          <a:blip r:embed="rId5">
            <a:alphaModFix/>
          </a:blip>
          <a:srcRect/>
          <a:stretch/>
        </p:blipFill>
        <p:spPr>
          <a:xfrm>
            <a:off x="235857" y="283029"/>
            <a:ext cx="1934029" cy="828870"/>
          </a:xfrm>
          <a:prstGeom prst="rect">
            <a:avLst/>
          </a:prstGeom>
          <a:noFill/>
          <a:ln>
            <a:noFill/>
          </a:ln>
        </p:spPr>
      </p:pic>
      <p:sp>
        <p:nvSpPr>
          <p:cNvPr id="20" name="Google Shape;20;p9"/>
          <p:cNvSpPr txBox="1">
            <a:spLocks noGrp="1"/>
          </p:cNvSpPr>
          <p:nvPr>
            <p:ph type="ftr" idx="11"/>
          </p:nvPr>
        </p:nvSpPr>
        <p:spPr>
          <a:xfrm>
            <a:off x="6047030" y="6520372"/>
            <a:ext cx="2938212" cy="20110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9"/>
          <p:cNvSpPr txBox="1"/>
          <p:nvPr/>
        </p:nvSpPr>
        <p:spPr>
          <a:xfrm>
            <a:off x="1682840" y="6519572"/>
            <a:ext cx="4550535" cy="2482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1050" b="0" i="0" u="none" strike="noStrike" cap="none">
                <a:solidFill>
                  <a:srgbClr val="888888"/>
                </a:solidFill>
                <a:latin typeface="Century Gothic"/>
                <a:ea typeface="Century Gothic"/>
                <a:cs typeface="Century Gothic"/>
                <a:sym typeface="Century Gothic"/>
              </a:rPr>
              <a:t>© 2015 Stevens Institute of Technology. All Rights Reserved.</a:t>
            </a:r>
            <a:endParaRPr sz="1050" b="0" i="0" u="none" strike="noStrike" cap="none">
              <a:solidFill>
                <a:srgbClr val="888888"/>
              </a:solidFill>
              <a:latin typeface="Century Gothic"/>
              <a:ea typeface="Century Gothic"/>
              <a:cs typeface="Century Gothic"/>
              <a:sym typeface="Century Gothic"/>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mpus Aerial 1">
  <p:cSld name="Campus Aerial 1">
    <p:spTree>
      <p:nvGrpSpPr>
        <p:cNvPr id="1" name="Shape 22"/>
        <p:cNvGrpSpPr/>
        <p:nvPr/>
      </p:nvGrpSpPr>
      <p:grpSpPr>
        <a:xfrm>
          <a:off x="0" y="0"/>
          <a:ext cx="0" cy="0"/>
          <a:chOff x="0" y="0"/>
          <a:chExt cx="0" cy="0"/>
        </a:xfrm>
      </p:grpSpPr>
      <p:pic>
        <p:nvPicPr>
          <p:cNvPr id="23" name="Google Shape;23;p12"/>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24" name="Google Shape;24;p12"/>
          <p:cNvSpPr txBox="1">
            <a:spLocks noGrp="1"/>
          </p:cNvSpPr>
          <p:nvPr>
            <p:ph type="body" idx="1"/>
          </p:nvPr>
        </p:nvSpPr>
        <p:spPr>
          <a:xfrm>
            <a:off x="123825" y="1364341"/>
            <a:ext cx="5776232" cy="201023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chemeClr val="dk1"/>
              </a:buClr>
              <a:buSzPts val="3200"/>
              <a:buFont typeface="Arial"/>
              <a:buNone/>
              <a:defRPr sz="3200" b="1" i="0" u="none" strike="noStrike" cap="none">
                <a:solidFill>
                  <a:schemeClr val="dk1"/>
                </a:solidFill>
                <a:latin typeface="Century Gothic"/>
                <a:ea typeface="Century Gothic"/>
                <a:cs typeface="Century Gothic"/>
                <a:sym typeface="Century Gothic"/>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 name="Google Shape;25;p12"/>
          <p:cNvSpPr txBox="1">
            <a:spLocks noGrp="1"/>
          </p:cNvSpPr>
          <p:nvPr>
            <p:ph type="body" idx="2"/>
          </p:nvPr>
        </p:nvSpPr>
        <p:spPr>
          <a:xfrm>
            <a:off x="115888" y="4898571"/>
            <a:ext cx="5784169" cy="125616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6" name="Google Shape;26;p12"/>
          <p:cNvSpPr txBox="1">
            <a:spLocks noGrp="1"/>
          </p:cNvSpPr>
          <p:nvPr>
            <p:ph type="body" idx="3"/>
          </p:nvPr>
        </p:nvSpPr>
        <p:spPr>
          <a:xfrm>
            <a:off x="123825" y="3512457"/>
            <a:ext cx="5776232" cy="120468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dk1"/>
              </a:buClr>
              <a:buSzPts val="2400"/>
              <a:buFont typeface="Arial"/>
              <a:buNone/>
              <a:defRPr sz="2400" b="0" i="1"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27" name="Google Shape;27;p12" descr="/Users/jasonrodriguez/Projects/Power Points/FINAL Template/images/images/CoverSlide_Header_01.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8" name="Google Shape;28;p12" descr="CoverSlide_Footer_03.png"/>
          <p:cNvPicPr preferRelativeResize="0"/>
          <p:nvPr/>
        </p:nvPicPr>
        <p:blipFill rotWithShape="1">
          <a:blip r:embed="rId4">
            <a:alphaModFix/>
          </a:blip>
          <a:srcRect/>
          <a:stretch/>
        </p:blipFill>
        <p:spPr>
          <a:xfrm>
            <a:off x="0" y="6272784"/>
            <a:ext cx="9144000" cy="585216"/>
          </a:xfrm>
          <a:prstGeom prst="rect">
            <a:avLst/>
          </a:prstGeom>
          <a:noFill/>
          <a:ln>
            <a:noFill/>
          </a:ln>
        </p:spPr>
      </p:pic>
      <p:pic>
        <p:nvPicPr>
          <p:cNvPr id="29" name="Google Shape;29;p12" descr="Stevens-Official-PMSColor-R.eps"/>
          <p:cNvPicPr preferRelativeResize="0"/>
          <p:nvPr/>
        </p:nvPicPr>
        <p:blipFill rotWithShape="1">
          <a:blip r:embed="rId5">
            <a:alphaModFix/>
          </a:blip>
          <a:srcRect/>
          <a:stretch/>
        </p:blipFill>
        <p:spPr>
          <a:xfrm>
            <a:off x="235857" y="283029"/>
            <a:ext cx="1934029" cy="828870"/>
          </a:xfrm>
          <a:prstGeom prst="rect">
            <a:avLst/>
          </a:prstGeom>
          <a:noFill/>
          <a:ln>
            <a:noFill/>
          </a:ln>
        </p:spPr>
      </p:pic>
      <p:sp>
        <p:nvSpPr>
          <p:cNvPr id="30" name="Google Shape;30;p12"/>
          <p:cNvSpPr txBox="1">
            <a:spLocks noGrp="1"/>
          </p:cNvSpPr>
          <p:nvPr>
            <p:ph type="ftr" idx="11"/>
          </p:nvPr>
        </p:nvSpPr>
        <p:spPr>
          <a:xfrm>
            <a:off x="6047030" y="6520372"/>
            <a:ext cx="2938212" cy="20110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2"/>
          <p:cNvSpPr txBox="1">
            <a:spLocks noGrp="1"/>
          </p:cNvSpPr>
          <p:nvPr>
            <p:ph type="dt" idx="10"/>
          </p:nvPr>
        </p:nvSpPr>
        <p:spPr>
          <a:xfrm>
            <a:off x="49928" y="6501841"/>
            <a:ext cx="1601788" cy="198437"/>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bbio Center Skyline ">
  <p:cSld name="Babbio Center Skyline ">
    <p:spTree>
      <p:nvGrpSpPr>
        <p:cNvPr id="1" name="Shape 32"/>
        <p:cNvGrpSpPr/>
        <p:nvPr/>
      </p:nvGrpSpPr>
      <p:grpSpPr>
        <a:xfrm>
          <a:off x="0" y="0"/>
          <a:ext cx="0" cy="0"/>
          <a:chOff x="0" y="0"/>
          <a:chExt cx="0" cy="0"/>
        </a:xfrm>
      </p:grpSpPr>
      <p:pic>
        <p:nvPicPr>
          <p:cNvPr id="33" name="Google Shape;33;p13"/>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34" name="Google Shape;34;p13"/>
          <p:cNvSpPr txBox="1">
            <a:spLocks noGrp="1"/>
          </p:cNvSpPr>
          <p:nvPr>
            <p:ph type="body" idx="1"/>
          </p:nvPr>
        </p:nvSpPr>
        <p:spPr>
          <a:xfrm>
            <a:off x="123825" y="1364341"/>
            <a:ext cx="5776232" cy="201023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chemeClr val="dk1"/>
              </a:buClr>
              <a:buSzPts val="3200"/>
              <a:buFont typeface="Arial"/>
              <a:buNone/>
              <a:defRPr sz="3200" b="1" i="0" u="none" strike="noStrike" cap="none">
                <a:solidFill>
                  <a:schemeClr val="dk1"/>
                </a:solidFill>
                <a:latin typeface="Century Gothic"/>
                <a:ea typeface="Century Gothic"/>
                <a:cs typeface="Century Gothic"/>
                <a:sym typeface="Century Gothic"/>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5" name="Google Shape;35;p13"/>
          <p:cNvSpPr txBox="1">
            <a:spLocks noGrp="1"/>
          </p:cNvSpPr>
          <p:nvPr>
            <p:ph type="body" idx="2"/>
          </p:nvPr>
        </p:nvSpPr>
        <p:spPr>
          <a:xfrm>
            <a:off x="115888" y="4898571"/>
            <a:ext cx="5784169" cy="125616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6" name="Google Shape;36;p13"/>
          <p:cNvSpPr txBox="1">
            <a:spLocks noGrp="1"/>
          </p:cNvSpPr>
          <p:nvPr>
            <p:ph type="body" idx="3"/>
          </p:nvPr>
        </p:nvSpPr>
        <p:spPr>
          <a:xfrm>
            <a:off x="123825" y="3512457"/>
            <a:ext cx="5776232" cy="120468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dk1"/>
              </a:buClr>
              <a:buSzPts val="2400"/>
              <a:buFont typeface="Arial"/>
              <a:buNone/>
              <a:defRPr sz="2400" b="0" i="1"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7" name="Google Shape;37;p13" descr="/Users/jasonrodriguez/Projects/Power Points/FINAL Template/images/images/CoverSlide_Header_01.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38" name="Google Shape;38;p13" descr="CoverSlide_Footer_03.png"/>
          <p:cNvPicPr preferRelativeResize="0"/>
          <p:nvPr/>
        </p:nvPicPr>
        <p:blipFill rotWithShape="1">
          <a:blip r:embed="rId4">
            <a:alphaModFix/>
          </a:blip>
          <a:srcRect/>
          <a:stretch/>
        </p:blipFill>
        <p:spPr>
          <a:xfrm>
            <a:off x="0" y="6272784"/>
            <a:ext cx="9144000" cy="585216"/>
          </a:xfrm>
          <a:prstGeom prst="rect">
            <a:avLst/>
          </a:prstGeom>
          <a:noFill/>
          <a:ln>
            <a:noFill/>
          </a:ln>
        </p:spPr>
      </p:pic>
      <p:pic>
        <p:nvPicPr>
          <p:cNvPr id="39" name="Google Shape;39;p13" descr="Stevens-Official-PMSColor-R.eps"/>
          <p:cNvPicPr preferRelativeResize="0"/>
          <p:nvPr/>
        </p:nvPicPr>
        <p:blipFill rotWithShape="1">
          <a:blip r:embed="rId5">
            <a:alphaModFix/>
          </a:blip>
          <a:srcRect/>
          <a:stretch/>
        </p:blipFill>
        <p:spPr>
          <a:xfrm>
            <a:off x="235857" y="283029"/>
            <a:ext cx="1934029" cy="828870"/>
          </a:xfrm>
          <a:prstGeom prst="rect">
            <a:avLst/>
          </a:prstGeom>
          <a:noFill/>
          <a:ln>
            <a:noFill/>
          </a:ln>
        </p:spPr>
      </p:pic>
      <p:sp>
        <p:nvSpPr>
          <p:cNvPr id="40" name="Google Shape;40;p13"/>
          <p:cNvSpPr txBox="1">
            <a:spLocks noGrp="1"/>
          </p:cNvSpPr>
          <p:nvPr>
            <p:ph type="ftr" idx="11"/>
          </p:nvPr>
        </p:nvSpPr>
        <p:spPr>
          <a:xfrm>
            <a:off x="6047030" y="6520372"/>
            <a:ext cx="2938212" cy="20110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mpus Aerial 2">
  <p:cSld name="Campus Aerial 2">
    <p:spTree>
      <p:nvGrpSpPr>
        <p:cNvPr id="1" name="Shape 41"/>
        <p:cNvGrpSpPr/>
        <p:nvPr/>
      </p:nvGrpSpPr>
      <p:grpSpPr>
        <a:xfrm>
          <a:off x="0" y="0"/>
          <a:ext cx="0" cy="0"/>
          <a:chOff x="0" y="0"/>
          <a:chExt cx="0" cy="0"/>
        </a:xfrm>
      </p:grpSpPr>
      <p:pic>
        <p:nvPicPr>
          <p:cNvPr id="42" name="Google Shape;42;p14"/>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43" name="Google Shape;43;p14"/>
          <p:cNvSpPr txBox="1">
            <a:spLocks noGrp="1"/>
          </p:cNvSpPr>
          <p:nvPr>
            <p:ph type="body" idx="1"/>
          </p:nvPr>
        </p:nvSpPr>
        <p:spPr>
          <a:xfrm>
            <a:off x="123825" y="1364341"/>
            <a:ext cx="5776232" cy="201023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chemeClr val="dk1"/>
              </a:buClr>
              <a:buSzPts val="3200"/>
              <a:buFont typeface="Arial"/>
              <a:buNone/>
              <a:defRPr sz="3200" b="1" i="0" u="none" strike="noStrike" cap="none">
                <a:solidFill>
                  <a:schemeClr val="dk1"/>
                </a:solidFill>
                <a:latin typeface="Century Gothic"/>
                <a:ea typeface="Century Gothic"/>
                <a:cs typeface="Century Gothic"/>
                <a:sym typeface="Century Gothic"/>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4" name="Google Shape;44;p14"/>
          <p:cNvSpPr txBox="1">
            <a:spLocks noGrp="1"/>
          </p:cNvSpPr>
          <p:nvPr>
            <p:ph type="body" idx="2"/>
          </p:nvPr>
        </p:nvSpPr>
        <p:spPr>
          <a:xfrm>
            <a:off x="115888" y="4898571"/>
            <a:ext cx="5784169" cy="125616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5" name="Google Shape;45;p14"/>
          <p:cNvSpPr txBox="1">
            <a:spLocks noGrp="1"/>
          </p:cNvSpPr>
          <p:nvPr>
            <p:ph type="body" idx="3"/>
          </p:nvPr>
        </p:nvSpPr>
        <p:spPr>
          <a:xfrm>
            <a:off x="123825" y="3512457"/>
            <a:ext cx="5776232" cy="120468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dk1"/>
              </a:buClr>
              <a:buSzPts val="2400"/>
              <a:buFont typeface="Arial"/>
              <a:buNone/>
              <a:defRPr sz="2400" b="0" i="1"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46" name="Google Shape;46;p14" descr="/Users/jasonrodriguez/Projects/Power Points/FINAL Template/images/images/CoverSlide_Header_01.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47" name="Google Shape;47;p14" descr="CoverSlide_Footer_03.png"/>
          <p:cNvPicPr preferRelativeResize="0"/>
          <p:nvPr/>
        </p:nvPicPr>
        <p:blipFill rotWithShape="1">
          <a:blip r:embed="rId4">
            <a:alphaModFix/>
          </a:blip>
          <a:srcRect/>
          <a:stretch/>
        </p:blipFill>
        <p:spPr>
          <a:xfrm>
            <a:off x="0" y="6272784"/>
            <a:ext cx="9144000" cy="585216"/>
          </a:xfrm>
          <a:prstGeom prst="rect">
            <a:avLst/>
          </a:prstGeom>
          <a:noFill/>
          <a:ln>
            <a:noFill/>
          </a:ln>
        </p:spPr>
      </p:pic>
      <p:pic>
        <p:nvPicPr>
          <p:cNvPr id="48" name="Google Shape;48;p14" descr="Stevens-Official-PMSColor-R.eps"/>
          <p:cNvPicPr preferRelativeResize="0"/>
          <p:nvPr/>
        </p:nvPicPr>
        <p:blipFill rotWithShape="1">
          <a:blip r:embed="rId5">
            <a:alphaModFix/>
          </a:blip>
          <a:srcRect/>
          <a:stretch/>
        </p:blipFill>
        <p:spPr>
          <a:xfrm>
            <a:off x="235857" y="283029"/>
            <a:ext cx="1934029" cy="828870"/>
          </a:xfrm>
          <a:prstGeom prst="rect">
            <a:avLst/>
          </a:prstGeom>
          <a:noFill/>
          <a:ln>
            <a:noFill/>
          </a:ln>
        </p:spPr>
      </p:pic>
      <p:sp>
        <p:nvSpPr>
          <p:cNvPr id="49" name="Google Shape;49;p14"/>
          <p:cNvSpPr txBox="1">
            <a:spLocks noGrp="1"/>
          </p:cNvSpPr>
          <p:nvPr>
            <p:ph type="ftr" idx="11"/>
          </p:nvPr>
        </p:nvSpPr>
        <p:spPr>
          <a:xfrm>
            <a:off x="6047030" y="6520372"/>
            <a:ext cx="2938212" cy="20110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mpus Aerial 3">
  <p:cSld name="Campus Aerial 3">
    <p:spTree>
      <p:nvGrpSpPr>
        <p:cNvPr id="1" name="Shape 50"/>
        <p:cNvGrpSpPr/>
        <p:nvPr/>
      </p:nvGrpSpPr>
      <p:grpSpPr>
        <a:xfrm>
          <a:off x="0" y="0"/>
          <a:ext cx="0" cy="0"/>
          <a:chOff x="0" y="0"/>
          <a:chExt cx="0" cy="0"/>
        </a:xfrm>
      </p:grpSpPr>
      <p:pic>
        <p:nvPicPr>
          <p:cNvPr id="51" name="Google Shape;51;p15"/>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52" name="Google Shape;52;p15"/>
          <p:cNvSpPr txBox="1">
            <a:spLocks noGrp="1"/>
          </p:cNvSpPr>
          <p:nvPr>
            <p:ph type="body" idx="1"/>
          </p:nvPr>
        </p:nvSpPr>
        <p:spPr>
          <a:xfrm>
            <a:off x="123825" y="1364341"/>
            <a:ext cx="5776232" cy="201023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chemeClr val="dk1"/>
              </a:buClr>
              <a:buSzPts val="3200"/>
              <a:buFont typeface="Arial"/>
              <a:buNone/>
              <a:defRPr sz="3200" b="1" i="0" u="none" strike="noStrike" cap="none">
                <a:solidFill>
                  <a:schemeClr val="dk1"/>
                </a:solidFill>
                <a:latin typeface="Century Gothic"/>
                <a:ea typeface="Century Gothic"/>
                <a:cs typeface="Century Gothic"/>
                <a:sym typeface="Century Gothic"/>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5"/>
          <p:cNvSpPr txBox="1">
            <a:spLocks noGrp="1"/>
          </p:cNvSpPr>
          <p:nvPr>
            <p:ph type="body" idx="2"/>
          </p:nvPr>
        </p:nvSpPr>
        <p:spPr>
          <a:xfrm>
            <a:off x="115888" y="4898571"/>
            <a:ext cx="5784169" cy="125616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4" name="Google Shape;54;p15"/>
          <p:cNvSpPr txBox="1">
            <a:spLocks noGrp="1"/>
          </p:cNvSpPr>
          <p:nvPr>
            <p:ph type="body" idx="3"/>
          </p:nvPr>
        </p:nvSpPr>
        <p:spPr>
          <a:xfrm>
            <a:off x="123825" y="3512457"/>
            <a:ext cx="5776232" cy="120468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dk1"/>
              </a:buClr>
              <a:buSzPts val="2400"/>
              <a:buFont typeface="Arial"/>
              <a:buNone/>
              <a:defRPr sz="2400" b="0" i="1"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55" name="Google Shape;55;p15" descr="/Users/jasonrodriguez/Projects/Power Points/FINAL Template/images/images/CoverSlide_Header_01.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56" name="Google Shape;56;p15" descr="CoverSlide_Footer_03.png"/>
          <p:cNvPicPr preferRelativeResize="0"/>
          <p:nvPr/>
        </p:nvPicPr>
        <p:blipFill rotWithShape="1">
          <a:blip r:embed="rId4">
            <a:alphaModFix/>
          </a:blip>
          <a:srcRect/>
          <a:stretch/>
        </p:blipFill>
        <p:spPr>
          <a:xfrm>
            <a:off x="0" y="6272784"/>
            <a:ext cx="9144000" cy="585216"/>
          </a:xfrm>
          <a:prstGeom prst="rect">
            <a:avLst/>
          </a:prstGeom>
          <a:noFill/>
          <a:ln>
            <a:noFill/>
          </a:ln>
        </p:spPr>
      </p:pic>
      <p:pic>
        <p:nvPicPr>
          <p:cNvPr id="57" name="Google Shape;57;p15" descr="Stevens-Official-PMSColor-R.eps"/>
          <p:cNvPicPr preferRelativeResize="0"/>
          <p:nvPr/>
        </p:nvPicPr>
        <p:blipFill rotWithShape="1">
          <a:blip r:embed="rId5">
            <a:alphaModFix/>
          </a:blip>
          <a:srcRect/>
          <a:stretch/>
        </p:blipFill>
        <p:spPr>
          <a:xfrm>
            <a:off x="235857" y="283029"/>
            <a:ext cx="1934029" cy="828870"/>
          </a:xfrm>
          <a:prstGeom prst="rect">
            <a:avLst/>
          </a:prstGeom>
          <a:noFill/>
          <a:ln>
            <a:noFill/>
          </a:ln>
        </p:spPr>
      </p:pic>
      <p:sp>
        <p:nvSpPr>
          <p:cNvPr id="58" name="Google Shape;58;p15"/>
          <p:cNvSpPr txBox="1">
            <a:spLocks noGrp="1"/>
          </p:cNvSpPr>
          <p:nvPr>
            <p:ph type="ftr" idx="11"/>
          </p:nvPr>
        </p:nvSpPr>
        <p:spPr>
          <a:xfrm>
            <a:off x="6047030" y="6520372"/>
            <a:ext cx="2938212" cy="20110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mpus Aerial 4">
  <p:cSld name="Campus Aerial 4">
    <p:spTree>
      <p:nvGrpSpPr>
        <p:cNvPr id="1" name="Shape 59"/>
        <p:cNvGrpSpPr/>
        <p:nvPr/>
      </p:nvGrpSpPr>
      <p:grpSpPr>
        <a:xfrm>
          <a:off x="0" y="0"/>
          <a:ext cx="0" cy="0"/>
          <a:chOff x="0" y="0"/>
          <a:chExt cx="0" cy="0"/>
        </a:xfrm>
      </p:grpSpPr>
      <p:pic>
        <p:nvPicPr>
          <p:cNvPr id="60" name="Google Shape;60;p16"/>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61" name="Google Shape;61;p16"/>
          <p:cNvSpPr txBox="1">
            <a:spLocks noGrp="1"/>
          </p:cNvSpPr>
          <p:nvPr>
            <p:ph type="body" idx="1"/>
          </p:nvPr>
        </p:nvSpPr>
        <p:spPr>
          <a:xfrm>
            <a:off x="123825" y="1364341"/>
            <a:ext cx="5776232" cy="201023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chemeClr val="dk1"/>
              </a:buClr>
              <a:buSzPts val="3200"/>
              <a:buFont typeface="Arial"/>
              <a:buNone/>
              <a:defRPr sz="3200" b="1" i="0" u="none" strike="noStrike" cap="none">
                <a:solidFill>
                  <a:schemeClr val="dk1"/>
                </a:solidFill>
                <a:latin typeface="Century Gothic"/>
                <a:ea typeface="Century Gothic"/>
                <a:cs typeface="Century Gothic"/>
                <a:sym typeface="Century Gothic"/>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2" name="Google Shape;62;p16"/>
          <p:cNvSpPr txBox="1">
            <a:spLocks noGrp="1"/>
          </p:cNvSpPr>
          <p:nvPr>
            <p:ph type="body" idx="2"/>
          </p:nvPr>
        </p:nvSpPr>
        <p:spPr>
          <a:xfrm>
            <a:off x="115888" y="4898571"/>
            <a:ext cx="5784169" cy="125616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3" name="Google Shape;63;p16"/>
          <p:cNvSpPr txBox="1">
            <a:spLocks noGrp="1"/>
          </p:cNvSpPr>
          <p:nvPr>
            <p:ph type="body" idx="3"/>
          </p:nvPr>
        </p:nvSpPr>
        <p:spPr>
          <a:xfrm>
            <a:off x="123825" y="3512457"/>
            <a:ext cx="5776232" cy="120468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dk1"/>
              </a:buClr>
              <a:buSzPts val="2400"/>
              <a:buFont typeface="Arial"/>
              <a:buNone/>
              <a:defRPr sz="2400" b="0" i="1"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64" name="Google Shape;64;p16" descr="/Users/jasonrodriguez/Projects/Power Points/FINAL Template/images/images/CoverSlide_Header_01.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65" name="Google Shape;65;p16" descr="CoverSlide_Footer_03.png"/>
          <p:cNvPicPr preferRelativeResize="0"/>
          <p:nvPr/>
        </p:nvPicPr>
        <p:blipFill rotWithShape="1">
          <a:blip r:embed="rId4">
            <a:alphaModFix/>
          </a:blip>
          <a:srcRect/>
          <a:stretch/>
        </p:blipFill>
        <p:spPr>
          <a:xfrm>
            <a:off x="0" y="6272784"/>
            <a:ext cx="9144000" cy="585216"/>
          </a:xfrm>
          <a:prstGeom prst="rect">
            <a:avLst/>
          </a:prstGeom>
          <a:noFill/>
          <a:ln>
            <a:noFill/>
          </a:ln>
        </p:spPr>
      </p:pic>
      <p:pic>
        <p:nvPicPr>
          <p:cNvPr id="66" name="Google Shape;66;p16" descr="Stevens-Official-PMSColor-R.eps"/>
          <p:cNvPicPr preferRelativeResize="0"/>
          <p:nvPr/>
        </p:nvPicPr>
        <p:blipFill rotWithShape="1">
          <a:blip r:embed="rId5">
            <a:alphaModFix/>
          </a:blip>
          <a:srcRect/>
          <a:stretch/>
        </p:blipFill>
        <p:spPr>
          <a:xfrm>
            <a:off x="235857" y="283029"/>
            <a:ext cx="1934029" cy="828870"/>
          </a:xfrm>
          <a:prstGeom prst="rect">
            <a:avLst/>
          </a:prstGeom>
          <a:noFill/>
          <a:ln>
            <a:noFill/>
          </a:ln>
        </p:spPr>
      </p:pic>
      <p:sp>
        <p:nvSpPr>
          <p:cNvPr id="67" name="Google Shape;67;p16"/>
          <p:cNvSpPr txBox="1">
            <a:spLocks noGrp="1"/>
          </p:cNvSpPr>
          <p:nvPr>
            <p:ph type="ftr" idx="11"/>
          </p:nvPr>
        </p:nvSpPr>
        <p:spPr>
          <a:xfrm>
            <a:off x="6047030" y="6520372"/>
            <a:ext cx="2938212" cy="20110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6"/>
          <p:cNvSpPr txBox="1"/>
          <p:nvPr/>
        </p:nvSpPr>
        <p:spPr>
          <a:xfrm>
            <a:off x="1682840" y="6519572"/>
            <a:ext cx="3887273" cy="2482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1050" b="0" i="0" u="none" strike="noStrike" cap="none">
                <a:solidFill>
                  <a:srgbClr val="888888"/>
                </a:solidFill>
                <a:latin typeface="Century Gothic"/>
                <a:ea typeface="Century Gothic"/>
                <a:cs typeface="Century Gothic"/>
                <a:sym typeface="Century Gothic"/>
              </a:rPr>
              <a:t>© 2015 Stevens Institute of Technology. All Rights Reserved.</a:t>
            </a:r>
            <a:endParaRPr sz="1050" b="0" i="0" u="none" strike="noStrike" cap="none">
              <a:solidFill>
                <a:srgbClr val="888888"/>
              </a:solidFill>
              <a:latin typeface="Century Gothic"/>
              <a:ea typeface="Century Gothic"/>
              <a:cs typeface="Century Gothic"/>
              <a:sym typeface="Century Gothic"/>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bstract">
  <p:cSld name="Abstract">
    <p:spTree>
      <p:nvGrpSpPr>
        <p:cNvPr id="1" name="Shape 69"/>
        <p:cNvGrpSpPr/>
        <p:nvPr/>
      </p:nvGrpSpPr>
      <p:grpSpPr>
        <a:xfrm>
          <a:off x="0" y="0"/>
          <a:ext cx="0" cy="0"/>
          <a:chOff x="0" y="0"/>
          <a:chExt cx="0" cy="0"/>
        </a:xfrm>
      </p:grpSpPr>
      <p:pic>
        <p:nvPicPr>
          <p:cNvPr id="70" name="Google Shape;70;p17"/>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71" name="Google Shape;71;p17" descr="/Users/jasonrodriguez/Projects/Power Points/FINAL Template/images/images/CoverSlide_Header_01.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72" name="Google Shape;72;p17" descr="CoverSlide_Footer_03.png"/>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73" name="Google Shape;73;p17"/>
          <p:cNvSpPr txBox="1">
            <a:spLocks noGrp="1"/>
          </p:cNvSpPr>
          <p:nvPr>
            <p:ph type="body" idx="1"/>
          </p:nvPr>
        </p:nvSpPr>
        <p:spPr>
          <a:xfrm>
            <a:off x="123825" y="1364340"/>
            <a:ext cx="6284232" cy="271417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chemeClr val="dk1"/>
              </a:buClr>
              <a:buSzPts val="3200"/>
              <a:buFont typeface="Arial"/>
              <a:buNone/>
              <a:defRPr sz="3200" b="1" i="0" u="none" strike="noStrike" cap="none">
                <a:solidFill>
                  <a:schemeClr val="dk1"/>
                </a:solidFill>
                <a:latin typeface="Century Gothic"/>
                <a:ea typeface="Century Gothic"/>
                <a:cs typeface="Century Gothic"/>
                <a:sym typeface="Century Gothic"/>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4" name="Google Shape;74;p17"/>
          <p:cNvSpPr txBox="1">
            <a:spLocks noGrp="1"/>
          </p:cNvSpPr>
          <p:nvPr>
            <p:ph type="body" idx="2"/>
          </p:nvPr>
        </p:nvSpPr>
        <p:spPr>
          <a:xfrm>
            <a:off x="123826" y="4209142"/>
            <a:ext cx="5014232" cy="1908629"/>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40"/>
              </a:spcBef>
              <a:spcAft>
                <a:spcPts val="0"/>
              </a:spcAft>
              <a:buClr>
                <a:schemeClr val="dk1"/>
              </a:buClr>
              <a:buSzPts val="2200"/>
              <a:buFont typeface="Arial"/>
              <a:buNone/>
              <a:defRPr sz="2200" b="0" i="1"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75" name="Google Shape;75;p17" descr="Stevens-Official-PMSColor-R.eps"/>
          <p:cNvPicPr preferRelativeResize="0"/>
          <p:nvPr/>
        </p:nvPicPr>
        <p:blipFill rotWithShape="1">
          <a:blip r:embed="rId5">
            <a:alphaModFix/>
          </a:blip>
          <a:srcRect/>
          <a:stretch/>
        </p:blipFill>
        <p:spPr>
          <a:xfrm>
            <a:off x="235857" y="283029"/>
            <a:ext cx="1934029" cy="828870"/>
          </a:xfrm>
          <a:prstGeom prst="rect">
            <a:avLst/>
          </a:prstGeom>
          <a:noFill/>
          <a:ln>
            <a:noFill/>
          </a:ln>
        </p:spPr>
      </p:pic>
      <p:sp>
        <p:nvSpPr>
          <p:cNvPr id="76" name="Google Shape;76;p17"/>
          <p:cNvSpPr txBox="1">
            <a:spLocks noGrp="1"/>
          </p:cNvSpPr>
          <p:nvPr>
            <p:ph type="body" idx="3"/>
          </p:nvPr>
        </p:nvSpPr>
        <p:spPr>
          <a:xfrm>
            <a:off x="5275943" y="4209143"/>
            <a:ext cx="3708400" cy="1909309"/>
          </a:xfrm>
          <a:prstGeom prst="rect">
            <a:avLst/>
          </a:prstGeom>
          <a:noFill/>
          <a:ln>
            <a:noFill/>
          </a:ln>
        </p:spPr>
        <p:txBody>
          <a:bodyPr spcFirstLastPara="1" wrap="square" lIns="91425" tIns="45700" rIns="91425" bIns="45700" anchor="t" anchorCtr="0">
            <a:noAutofit/>
          </a:bodyPr>
          <a:lstStyle>
            <a:lvl1pPr marL="457200" marR="0" lvl="0" indent="-228600" algn="r"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7" name="Google Shape;77;p17"/>
          <p:cNvSpPr txBox="1">
            <a:spLocks noGrp="1"/>
          </p:cNvSpPr>
          <p:nvPr>
            <p:ph type="ftr" idx="11"/>
          </p:nvPr>
        </p:nvSpPr>
        <p:spPr>
          <a:xfrm>
            <a:off x="6047030" y="6520372"/>
            <a:ext cx="2938212" cy="20110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dt" idx="10"/>
          </p:nvPr>
        </p:nvSpPr>
        <p:spPr>
          <a:xfrm>
            <a:off x="49928" y="6501841"/>
            <a:ext cx="1601788" cy="198437"/>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Hanlon Lab">
  <p:cSld name="Hanlon Lab">
    <p:spTree>
      <p:nvGrpSpPr>
        <p:cNvPr id="1" name="Shape 124"/>
        <p:cNvGrpSpPr/>
        <p:nvPr/>
      </p:nvGrpSpPr>
      <p:grpSpPr>
        <a:xfrm>
          <a:off x="0" y="0"/>
          <a:ext cx="0" cy="0"/>
          <a:chOff x="0" y="0"/>
          <a:chExt cx="0" cy="0"/>
        </a:xfrm>
      </p:grpSpPr>
      <p:pic>
        <p:nvPicPr>
          <p:cNvPr id="125" name="Google Shape;125;p23"/>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26" name="Google Shape;126;p23"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27" name="Google Shape;127;p23"/>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28" name="Google Shape;128;p23"/>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9" name="Google Shape;129;p23"/>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0" name="Google Shape;130;p23"/>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1" name="Google Shape;131;p23"/>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lean Lab">
  <p:cSld name="Clean Lab">
    <p:spTree>
      <p:nvGrpSpPr>
        <p:cNvPr id="1" name="Shape 132"/>
        <p:cNvGrpSpPr/>
        <p:nvPr/>
      </p:nvGrpSpPr>
      <p:grpSpPr>
        <a:xfrm>
          <a:off x="0" y="0"/>
          <a:ext cx="0" cy="0"/>
          <a:chOff x="0" y="0"/>
          <a:chExt cx="0" cy="0"/>
        </a:xfrm>
      </p:grpSpPr>
      <p:pic>
        <p:nvPicPr>
          <p:cNvPr id="133" name="Google Shape;133;p24"/>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34" name="Google Shape;134;p24"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35" name="Google Shape;135;p24"/>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36" name="Google Shape;136;p24"/>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7" name="Google Shape;137;p24"/>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8" name="Google Shape;138;p24"/>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9" name="Google Shape;139;p24"/>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hemistry">
  <p:cSld name="Chemistry">
    <p:spTree>
      <p:nvGrpSpPr>
        <p:cNvPr id="1" name="Shape 140"/>
        <p:cNvGrpSpPr/>
        <p:nvPr/>
      </p:nvGrpSpPr>
      <p:grpSpPr>
        <a:xfrm>
          <a:off x="0" y="0"/>
          <a:ext cx="0" cy="0"/>
          <a:chOff x="0" y="0"/>
          <a:chExt cx="0" cy="0"/>
        </a:xfrm>
      </p:grpSpPr>
      <p:pic>
        <p:nvPicPr>
          <p:cNvPr id="141" name="Google Shape;141;p25"/>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42" name="Google Shape;142;p25"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43" name="Google Shape;143;p25"/>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44" name="Google Shape;144;p25"/>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5" name="Google Shape;145;p25"/>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46" name="Google Shape;146;p25"/>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47" name="Google Shape;147;p25"/>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ale Graduate">
  <p:cSld name="Male Graduate">
    <p:spTree>
      <p:nvGrpSpPr>
        <p:cNvPr id="1" name="Shape 148"/>
        <p:cNvGrpSpPr/>
        <p:nvPr/>
      </p:nvGrpSpPr>
      <p:grpSpPr>
        <a:xfrm>
          <a:off x="0" y="0"/>
          <a:ext cx="0" cy="0"/>
          <a:chOff x="0" y="0"/>
          <a:chExt cx="0" cy="0"/>
        </a:xfrm>
      </p:grpSpPr>
      <p:pic>
        <p:nvPicPr>
          <p:cNvPr id="149" name="Google Shape;149;p26"/>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50" name="Google Shape;150;p26"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51" name="Google Shape;151;p26"/>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52" name="Google Shape;152;p26"/>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3" name="Google Shape;153;p26"/>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54" name="Google Shape;154;p26"/>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55" name="Google Shape;155;p26"/>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le Student Studying">
  <p:cSld name="Male Student Studying">
    <p:spTree>
      <p:nvGrpSpPr>
        <p:cNvPr id="1" name="Shape 156"/>
        <p:cNvGrpSpPr/>
        <p:nvPr/>
      </p:nvGrpSpPr>
      <p:grpSpPr>
        <a:xfrm>
          <a:off x="0" y="0"/>
          <a:ext cx="0" cy="0"/>
          <a:chOff x="0" y="0"/>
          <a:chExt cx="0" cy="0"/>
        </a:xfrm>
      </p:grpSpPr>
      <p:pic>
        <p:nvPicPr>
          <p:cNvPr id="157" name="Google Shape;157;p27"/>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58" name="Google Shape;158;p27"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59" name="Google Shape;159;p27"/>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60" name="Google Shape;160;p27"/>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1" name="Google Shape;161;p27"/>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5275" algn="l" rtl="0">
              <a:spcBef>
                <a:spcPts val="1200"/>
              </a:spcBef>
              <a:spcAft>
                <a:spcPts val="0"/>
              </a:spcAft>
              <a:buClr>
                <a:schemeClr val="dk1"/>
              </a:buClr>
              <a:buSzPts val="1050"/>
              <a:buFont typeface="Arial"/>
              <a:buChar char="•"/>
              <a:defRPr sz="105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2" name="Google Shape;162;p27"/>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3" name="Google Shape;163;p27"/>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Laughter">
  <p:cSld name="Laughter">
    <p:spTree>
      <p:nvGrpSpPr>
        <p:cNvPr id="1" name="Shape 164"/>
        <p:cNvGrpSpPr/>
        <p:nvPr/>
      </p:nvGrpSpPr>
      <p:grpSpPr>
        <a:xfrm>
          <a:off x="0" y="0"/>
          <a:ext cx="0" cy="0"/>
          <a:chOff x="0" y="0"/>
          <a:chExt cx="0" cy="0"/>
        </a:xfrm>
      </p:grpSpPr>
      <p:pic>
        <p:nvPicPr>
          <p:cNvPr id="165" name="Google Shape;165;p28"/>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66" name="Google Shape;166;p28"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67" name="Google Shape;167;p28"/>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68" name="Google Shape;168;p28"/>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9" name="Google Shape;169;p28"/>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5275" algn="l" rtl="0">
              <a:spcBef>
                <a:spcPts val="1200"/>
              </a:spcBef>
              <a:spcAft>
                <a:spcPts val="0"/>
              </a:spcAft>
              <a:buClr>
                <a:schemeClr val="dk1"/>
              </a:buClr>
              <a:buSzPts val="1050"/>
              <a:buFont typeface="Arial"/>
              <a:buChar char="•"/>
              <a:defRPr sz="105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0" name="Google Shape;170;p28"/>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1" name="Google Shape;171;p28"/>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usic">
  <p:cSld name="Music">
    <p:spTree>
      <p:nvGrpSpPr>
        <p:cNvPr id="1" name="Shape 172"/>
        <p:cNvGrpSpPr/>
        <p:nvPr/>
      </p:nvGrpSpPr>
      <p:grpSpPr>
        <a:xfrm>
          <a:off x="0" y="0"/>
          <a:ext cx="0" cy="0"/>
          <a:chOff x="0" y="0"/>
          <a:chExt cx="0" cy="0"/>
        </a:xfrm>
      </p:grpSpPr>
      <p:pic>
        <p:nvPicPr>
          <p:cNvPr id="173" name="Google Shape;173;p29"/>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74" name="Google Shape;174;p29"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75" name="Google Shape;175;p29"/>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76" name="Google Shape;176;p29"/>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7" name="Google Shape;177;p29"/>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8" name="Google Shape;178;p29"/>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9" name="Google Shape;179;p29"/>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orm Life">
  <p:cSld name="Dorm Life">
    <p:spTree>
      <p:nvGrpSpPr>
        <p:cNvPr id="1" name="Shape 180"/>
        <p:cNvGrpSpPr/>
        <p:nvPr/>
      </p:nvGrpSpPr>
      <p:grpSpPr>
        <a:xfrm>
          <a:off x="0" y="0"/>
          <a:ext cx="0" cy="0"/>
          <a:chOff x="0" y="0"/>
          <a:chExt cx="0" cy="0"/>
        </a:xfrm>
      </p:grpSpPr>
      <p:pic>
        <p:nvPicPr>
          <p:cNvPr id="181" name="Google Shape;181;p30"/>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82" name="Google Shape;182;p30"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83" name="Google Shape;183;p30"/>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84" name="Google Shape;184;p30"/>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5" name="Google Shape;185;p30"/>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6" name="Google Shape;186;p30"/>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7" name="Google Shape;187;p30"/>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munity">
  <p:cSld name="Community">
    <p:spTree>
      <p:nvGrpSpPr>
        <p:cNvPr id="1" name="Shape 188"/>
        <p:cNvGrpSpPr/>
        <p:nvPr/>
      </p:nvGrpSpPr>
      <p:grpSpPr>
        <a:xfrm>
          <a:off x="0" y="0"/>
          <a:ext cx="0" cy="0"/>
          <a:chOff x="0" y="0"/>
          <a:chExt cx="0" cy="0"/>
        </a:xfrm>
      </p:grpSpPr>
      <p:pic>
        <p:nvPicPr>
          <p:cNvPr id="189" name="Google Shape;189;p31"/>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90" name="Google Shape;190;p31"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91" name="Google Shape;191;p31"/>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92" name="Google Shape;192;p31"/>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3" name="Google Shape;193;p31"/>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4" name="Google Shape;194;p31"/>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5" name="Google Shape;195;p31"/>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bbio (Interior)">
  <p:cSld name="Babbio (Interior)">
    <p:spTree>
      <p:nvGrpSpPr>
        <p:cNvPr id="1" name="Shape 196"/>
        <p:cNvGrpSpPr/>
        <p:nvPr/>
      </p:nvGrpSpPr>
      <p:grpSpPr>
        <a:xfrm>
          <a:off x="0" y="0"/>
          <a:ext cx="0" cy="0"/>
          <a:chOff x="0" y="0"/>
          <a:chExt cx="0" cy="0"/>
        </a:xfrm>
      </p:grpSpPr>
      <p:pic>
        <p:nvPicPr>
          <p:cNvPr id="197" name="Google Shape;197;p32"/>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98" name="Google Shape;198;p32"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99" name="Google Shape;199;p32"/>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00" name="Google Shape;200;p32"/>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1" name="Google Shape;201;p32"/>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2" name="Google Shape;202;p32"/>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3" name="Google Shape;203;p32"/>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AS">
  <p:cSld name="EAS">
    <p:spTree>
      <p:nvGrpSpPr>
        <p:cNvPr id="1" name="Shape 204"/>
        <p:cNvGrpSpPr/>
        <p:nvPr/>
      </p:nvGrpSpPr>
      <p:grpSpPr>
        <a:xfrm>
          <a:off x="0" y="0"/>
          <a:ext cx="0" cy="0"/>
          <a:chOff x="0" y="0"/>
          <a:chExt cx="0" cy="0"/>
        </a:xfrm>
      </p:grpSpPr>
      <p:pic>
        <p:nvPicPr>
          <p:cNvPr id="205" name="Google Shape;205;p33"/>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206" name="Google Shape;206;p33"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07" name="Google Shape;207;p33"/>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08" name="Google Shape;208;p33"/>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9" name="Google Shape;209;p33"/>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0" name="Google Shape;210;p33"/>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1" name="Google Shape;211;p33"/>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orchbearer">
  <p:cSld name="Torchbearer">
    <p:spTree>
      <p:nvGrpSpPr>
        <p:cNvPr id="1" name="Shape 212"/>
        <p:cNvGrpSpPr/>
        <p:nvPr/>
      </p:nvGrpSpPr>
      <p:grpSpPr>
        <a:xfrm>
          <a:off x="0" y="0"/>
          <a:ext cx="0" cy="0"/>
          <a:chOff x="0" y="0"/>
          <a:chExt cx="0" cy="0"/>
        </a:xfrm>
      </p:grpSpPr>
      <p:pic>
        <p:nvPicPr>
          <p:cNvPr id="213" name="Google Shape;213;p34"/>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214" name="Google Shape;214;p34"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15" name="Google Shape;215;p34"/>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16" name="Google Shape;216;p34"/>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7" name="Google Shape;217;p34"/>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8" name="Google Shape;218;p34"/>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9" name="Google Shape;219;p34"/>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Housing">
  <p:cSld name="Housing">
    <p:spTree>
      <p:nvGrpSpPr>
        <p:cNvPr id="1" name="Shape 220"/>
        <p:cNvGrpSpPr/>
        <p:nvPr/>
      </p:nvGrpSpPr>
      <p:grpSpPr>
        <a:xfrm>
          <a:off x="0" y="0"/>
          <a:ext cx="0" cy="0"/>
          <a:chOff x="0" y="0"/>
          <a:chExt cx="0" cy="0"/>
        </a:xfrm>
      </p:grpSpPr>
      <p:pic>
        <p:nvPicPr>
          <p:cNvPr id="221" name="Google Shape;221;p35"/>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222" name="Google Shape;222;p35"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23" name="Google Shape;223;p35"/>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24" name="Google Shape;224;p35"/>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5" name="Google Shape;225;p35"/>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6" name="Google Shape;226;p35"/>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7" name="Google Shape;227;p35"/>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YC">
  <p:cSld name="NYC">
    <p:spTree>
      <p:nvGrpSpPr>
        <p:cNvPr id="1" name="Shape 228"/>
        <p:cNvGrpSpPr/>
        <p:nvPr/>
      </p:nvGrpSpPr>
      <p:grpSpPr>
        <a:xfrm>
          <a:off x="0" y="0"/>
          <a:ext cx="0" cy="0"/>
          <a:chOff x="0" y="0"/>
          <a:chExt cx="0" cy="0"/>
        </a:xfrm>
      </p:grpSpPr>
      <p:pic>
        <p:nvPicPr>
          <p:cNvPr id="229" name="Google Shape;229;p36"/>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230" name="Google Shape;230;p36"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31" name="Google Shape;231;p36"/>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32" name="Google Shape;232;p36"/>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3" name="Google Shape;233;p36"/>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34" name="Google Shape;234;p36"/>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35" name="Google Shape;235;p36"/>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oMed">
  <p:cSld name="BioMed">
    <p:spTree>
      <p:nvGrpSpPr>
        <p:cNvPr id="1" name="Shape 236"/>
        <p:cNvGrpSpPr/>
        <p:nvPr/>
      </p:nvGrpSpPr>
      <p:grpSpPr>
        <a:xfrm>
          <a:off x="0" y="0"/>
          <a:ext cx="0" cy="0"/>
          <a:chOff x="0" y="0"/>
          <a:chExt cx="0" cy="0"/>
        </a:xfrm>
      </p:grpSpPr>
      <p:pic>
        <p:nvPicPr>
          <p:cNvPr id="237" name="Google Shape;237;p37"/>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238" name="Google Shape;238;p37"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39" name="Google Shape;239;p37"/>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40" name="Google Shape;240;p37"/>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41" name="Google Shape;241;p37"/>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2" name="Google Shape;242;p37"/>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3" name="Google Shape;243;p37"/>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Finance">
  <p:cSld name="Finance">
    <p:spTree>
      <p:nvGrpSpPr>
        <p:cNvPr id="1" name="Shape 244"/>
        <p:cNvGrpSpPr/>
        <p:nvPr/>
      </p:nvGrpSpPr>
      <p:grpSpPr>
        <a:xfrm>
          <a:off x="0" y="0"/>
          <a:ext cx="0" cy="0"/>
          <a:chOff x="0" y="0"/>
          <a:chExt cx="0" cy="0"/>
        </a:xfrm>
      </p:grpSpPr>
      <p:pic>
        <p:nvPicPr>
          <p:cNvPr id="245" name="Google Shape;245;p38"/>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246" name="Google Shape;246;p38"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47" name="Google Shape;247;p38"/>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48" name="Google Shape;248;p38"/>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49" name="Google Shape;249;p38"/>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0" name="Google Shape;250;p38"/>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1" name="Google Shape;251;p38"/>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Data">
  <p:cSld name="Data">
    <p:spTree>
      <p:nvGrpSpPr>
        <p:cNvPr id="1" name="Shape 252"/>
        <p:cNvGrpSpPr/>
        <p:nvPr/>
      </p:nvGrpSpPr>
      <p:grpSpPr>
        <a:xfrm>
          <a:off x="0" y="0"/>
          <a:ext cx="0" cy="0"/>
          <a:chOff x="0" y="0"/>
          <a:chExt cx="0" cy="0"/>
        </a:xfrm>
      </p:grpSpPr>
      <p:pic>
        <p:nvPicPr>
          <p:cNvPr id="253" name="Google Shape;253;p39"/>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254" name="Google Shape;254;p39"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55" name="Google Shape;255;p39"/>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56" name="Google Shape;256;p39"/>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7" name="Google Shape;257;p39"/>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8" name="Google Shape;258;p39"/>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9" name="Google Shape;259;p39"/>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Gears">
  <p:cSld name="Gears">
    <p:spTree>
      <p:nvGrpSpPr>
        <p:cNvPr id="1" name="Shape 260"/>
        <p:cNvGrpSpPr/>
        <p:nvPr/>
      </p:nvGrpSpPr>
      <p:grpSpPr>
        <a:xfrm>
          <a:off x="0" y="0"/>
          <a:ext cx="0" cy="0"/>
          <a:chOff x="0" y="0"/>
          <a:chExt cx="0" cy="0"/>
        </a:xfrm>
      </p:grpSpPr>
      <p:pic>
        <p:nvPicPr>
          <p:cNvPr id="261" name="Google Shape;261;p40"/>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262" name="Google Shape;262;p40"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63" name="Google Shape;263;p40"/>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64" name="Google Shape;264;p40"/>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5" name="Google Shape;265;p40"/>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66" name="Google Shape;266;p40"/>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67" name="Google Shape;267;p40"/>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Data">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300000"/>
                    </a14:imgEffect>
                  </a14:imgLayer>
                </a14:imgProps>
              </a:ex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0" name="PPT_Template_Header.png" descr="/Users/jasonrodriguez/Projects/Power Points/FINAL Template/images/images/PPT_Template_Header.png"/>
          <p:cNvPicPr>
            <a:picLocks noChangeAspect="1"/>
          </p:cNvPicPr>
          <p:nvPr userDrawn="1"/>
        </p:nvPicPr>
        <p:blipFill>
          <a:blip r:embed="rId4" r:link="rId5">
            <a:extLst>
              <a:ext uri="{28A0092B-C50C-407E-A947-70E740481C1C}">
                <a14:useLocalDpi xmlns:a14="http://schemas.microsoft.com/office/drawing/2010/main" val="0"/>
              </a:ext>
            </a:extLst>
          </a:blip>
          <a:stretch>
            <a:fillRect/>
          </a:stretch>
        </p:blipFill>
        <p:spPr>
          <a:xfrm>
            <a:off x="0" y="0"/>
            <a:ext cx="9144000" cy="975360"/>
          </a:xfrm>
          <a:prstGeom prst="rect">
            <a:avLst/>
          </a:prstGeom>
        </p:spPr>
      </p:pic>
      <p:pic>
        <p:nvPicPr>
          <p:cNvPr id="9" name="PPT_Template_Footer.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6272784"/>
            <a:ext cx="9144000" cy="585216"/>
          </a:xfrm>
          <a:prstGeom prst="rect">
            <a:avLst/>
          </a:prstGeom>
        </p:spPr>
      </p:pic>
      <p:sp>
        <p:nvSpPr>
          <p:cNvPr id="17" name="Title 1"/>
          <p:cNvSpPr>
            <a:spLocks noGrp="1"/>
          </p:cNvSpPr>
          <p:nvPr>
            <p:ph type="title" hasCustomPrompt="1"/>
          </p:nvPr>
        </p:nvSpPr>
        <p:spPr>
          <a:xfrm>
            <a:off x="227013" y="274638"/>
            <a:ext cx="7923694" cy="1143000"/>
          </a:xfrm>
          <a:prstGeom prst="rect">
            <a:avLst/>
          </a:prstGeom>
        </p:spPr>
        <p:txBody>
          <a:bodyPr/>
          <a:lstStyle/>
          <a:p>
            <a:r>
              <a:rPr lang="en-US"/>
              <a:t>Insert Slide Title Line 1</a:t>
            </a:r>
            <a:br>
              <a:rPr lang="en-US"/>
            </a:br>
            <a:r>
              <a:rPr lang="en-US"/>
              <a:t>Insert Slide Title Line 2</a:t>
            </a:r>
          </a:p>
        </p:txBody>
      </p:sp>
      <p:sp>
        <p:nvSpPr>
          <p:cNvPr id="19" name="Text Placeholder 2"/>
          <p:cNvSpPr>
            <a:spLocks noGrp="1"/>
          </p:cNvSpPr>
          <p:nvPr>
            <p:ph type="body" sz="quarter" idx="12" hasCustomPrompt="1"/>
          </p:nvPr>
        </p:nvSpPr>
        <p:spPr>
          <a:xfrm>
            <a:off x="227013" y="2558866"/>
            <a:ext cx="5648950" cy="3535027"/>
          </a:xfrm>
          <a:prstGeom prst="rect">
            <a:avLst/>
          </a:prstGeom>
        </p:spPr>
        <p:txBody>
          <a:bodyPr vert="horz"/>
          <a:lstStyle>
            <a:lvl1pPr marL="285750" indent="-285750">
              <a:spcBef>
                <a:spcPts val="0"/>
              </a:spcBef>
              <a:spcAft>
                <a:spcPts val="1200"/>
              </a:spcAft>
              <a:buFont typeface="Arial" panose="020B0604020202020204" pitchFamily="34" charset="0"/>
              <a:buChar char="•"/>
              <a:defRPr sz="1800"/>
            </a:lvl1pPr>
            <a:lvl2pPr marL="742950" indent="-285750">
              <a:spcBef>
                <a:spcPts val="0"/>
              </a:spcBef>
              <a:spcAft>
                <a:spcPts val="1200"/>
              </a:spcAft>
              <a:buFont typeface="Arial"/>
              <a:buChar char="•"/>
              <a:defRPr sz="1600"/>
            </a:lvl2pPr>
            <a:lvl3pPr marL="1143000" indent="-228600">
              <a:spcBef>
                <a:spcPts val="0"/>
              </a:spcBef>
              <a:spcAft>
                <a:spcPts val="1200"/>
              </a:spcAft>
              <a:buFont typeface="Arial"/>
              <a:buChar char="•"/>
              <a:defRPr sz="1400" baseline="0"/>
            </a:lvl3pPr>
            <a:lvl4pPr marL="1657350" indent="-285750">
              <a:spcBef>
                <a:spcPts val="0"/>
              </a:spcBef>
              <a:spcAft>
                <a:spcPts val="1200"/>
              </a:spcAft>
              <a:buFont typeface="Arial"/>
              <a:buChar char="•"/>
              <a:defRPr sz="1200" baseline="0"/>
            </a:lvl4pPr>
            <a:lvl5pPr marL="2057400" indent="-228600">
              <a:spcBef>
                <a:spcPts val="0"/>
              </a:spcBef>
              <a:spcAft>
                <a:spcPts val="1200"/>
              </a:spcAft>
              <a:buFont typeface="Arial"/>
              <a:buChar char="•"/>
              <a:defRPr sz="1000"/>
            </a:lvl5pPr>
          </a:lstStyle>
          <a:p>
            <a:pPr lvl="0"/>
            <a:r>
              <a:rPr lang="en-US"/>
              <a:t>Insert Bullets Here</a:t>
            </a:r>
          </a:p>
          <a:p>
            <a:pPr lvl="1"/>
            <a:r>
              <a:rPr lang="en-US"/>
              <a:t>Second level</a:t>
            </a:r>
          </a:p>
          <a:p>
            <a:pPr lvl="2"/>
            <a:r>
              <a:rPr lang="en-US"/>
              <a:t>Third level</a:t>
            </a:r>
          </a:p>
          <a:p>
            <a:pPr lvl="3"/>
            <a:r>
              <a:rPr lang="en-US"/>
              <a:t>Fourth level</a:t>
            </a:r>
          </a:p>
          <a:p>
            <a:pPr lvl="4"/>
            <a:r>
              <a:rPr lang="en-US"/>
              <a:t>Fifth level</a:t>
            </a:r>
          </a:p>
        </p:txBody>
      </p:sp>
      <p:sp>
        <p:nvSpPr>
          <p:cNvPr id="20" name="Text Placeholder 4"/>
          <p:cNvSpPr>
            <a:spLocks noGrp="1"/>
          </p:cNvSpPr>
          <p:nvPr>
            <p:ph type="body" sz="quarter" idx="13" hasCustomPrompt="1"/>
          </p:nvPr>
        </p:nvSpPr>
        <p:spPr>
          <a:xfrm>
            <a:off x="227013" y="1585821"/>
            <a:ext cx="8691562" cy="804862"/>
          </a:xfrm>
          <a:prstGeom prst="rect">
            <a:avLst/>
          </a:prstGeom>
        </p:spPr>
        <p:txBody>
          <a:bodyPr vert="horz" anchor="ctr"/>
          <a:lstStyle>
            <a:lvl1pPr marL="0" indent="0">
              <a:buNone/>
              <a:defRPr sz="2400"/>
            </a:lvl1pPr>
            <a:lvl3pPr marL="914400" indent="0">
              <a:buNone/>
              <a:defRPr sz="2700"/>
            </a:lvl3pPr>
            <a:lvl4pPr marL="1371600" indent="0">
              <a:buNone/>
              <a:defRPr sz="2700"/>
            </a:lvl4pPr>
            <a:lvl5pPr marL="1828800" indent="0">
              <a:buNone/>
              <a:defRPr sz="2700"/>
            </a:lvl5pPr>
          </a:lstStyle>
          <a:p>
            <a:r>
              <a:rPr lang="en-US"/>
              <a:t>Insert Subhead Line 1</a:t>
            </a:r>
            <a:br>
              <a:rPr lang="en-US"/>
            </a:br>
            <a:r>
              <a:rPr lang="en-US"/>
              <a:t>Insert Subhead Line 2</a:t>
            </a:r>
          </a:p>
        </p:txBody>
      </p:sp>
      <p:sp>
        <p:nvSpPr>
          <p:cNvPr id="11" name="Slide Number Placeholder 1"/>
          <p:cNvSpPr>
            <a:spLocks noGrp="1"/>
          </p:cNvSpPr>
          <p:nvPr>
            <p:ph type="sldNum" sz="quarter" idx="4"/>
          </p:nvPr>
        </p:nvSpPr>
        <p:spPr>
          <a:xfrm>
            <a:off x="8708569" y="6529849"/>
            <a:ext cx="370115" cy="219294"/>
          </a:xfrm>
          <a:prstGeom prst="rect">
            <a:avLst/>
          </a:prstGeom>
        </p:spPr>
        <p:txBody>
          <a:bodyPr vert="horz" lIns="91440" tIns="45720" rIns="91440" bIns="45720" rtlCol="0" anchor="ctr"/>
          <a:lstStyle>
            <a:lvl1pPr algn="l">
              <a:defRPr sz="1000">
                <a:solidFill>
                  <a:schemeClr val="tx1">
                    <a:tint val="75000"/>
                  </a:schemeClr>
                </a:solidFill>
                <a:latin typeface="Century Gothic"/>
                <a:cs typeface="Century Gothic"/>
              </a:defRPr>
            </a:lvl1pPr>
          </a:lstStyle>
          <a:p>
            <a:fld id="{F6F79CA1-B382-4F43-AD32-0B0E11510FDC}" type="slidenum">
              <a:rPr lang="en-US" smtClean="0"/>
              <a:pPr/>
              <a:t>‹#›</a:t>
            </a:fld>
            <a:endParaRPr lang="en-US"/>
          </a:p>
        </p:txBody>
      </p:sp>
    </p:spTree>
    <p:extLst>
      <p:ext uri="{BB962C8B-B14F-4D97-AF65-F5344CB8AC3E}">
        <p14:creationId xmlns:p14="http://schemas.microsoft.com/office/powerpoint/2010/main" val="407200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21" Type="http://schemas.openxmlformats.org/officeDocument/2006/relationships/image" Target="../media/image11.png"/><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 Id="rId22" Type="http://schemas.openxmlformats.org/officeDocument/2006/relationships/image" Target="../media/image1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
          <p:cNvSpPr txBox="1">
            <a:spLocks noGrp="1"/>
          </p:cNvSpPr>
          <p:nvPr>
            <p:ph type="ftr" idx="11"/>
          </p:nvPr>
        </p:nvSpPr>
        <p:spPr>
          <a:xfrm>
            <a:off x="6047030" y="6520372"/>
            <a:ext cx="2938212" cy="201103"/>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200" b="0" i="0" u="none" strike="noStrike" cap="none">
                <a:solidFill>
                  <a:srgbClr val="888888"/>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8"/>
          <p:cNvSpPr txBox="1"/>
          <p:nvPr/>
        </p:nvSpPr>
        <p:spPr>
          <a:xfrm>
            <a:off x="1682840" y="6519572"/>
            <a:ext cx="3887273" cy="24827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50" b="0" i="0" u="none" strike="noStrike" cap="none">
                <a:solidFill>
                  <a:schemeClr val="dk1"/>
                </a:solidFill>
                <a:latin typeface="Calibri"/>
                <a:ea typeface="Calibri"/>
                <a:cs typeface="Calibri"/>
                <a:sym typeface="Calibri"/>
              </a:rPr>
              <a:t>© 2015 Stevens Institute of Technology. All Rights Reserved.</a:t>
            </a:r>
            <a:endParaRPr sz="105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pic>
        <p:nvPicPr>
          <p:cNvPr id="109" name="Google Shape;109;p21"/>
          <p:cNvPicPr preferRelativeResize="0"/>
          <p:nvPr/>
        </p:nvPicPr>
        <p:blipFill rotWithShape="1">
          <a:blip r:embed="rId21">
            <a:alphaModFix/>
          </a:blip>
          <a:srcRect/>
          <a:stretch/>
        </p:blipFill>
        <p:spPr>
          <a:xfrm>
            <a:off x="0" y="6272784"/>
            <a:ext cx="9144000" cy="585216"/>
          </a:xfrm>
          <a:prstGeom prst="rect">
            <a:avLst/>
          </a:prstGeom>
          <a:noFill/>
          <a:ln>
            <a:noFill/>
          </a:ln>
        </p:spPr>
      </p:pic>
      <p:pic>
        <p:nvPicPr>
          <p:cNvPr id="110" name="Google Shape;110;p21" descr="/Users/jasonrodriguez/Projects/Power Points/FINAL Template/images/images/PPT_Template_Header.png"/>
          <p:cNvPicPr preferRelativeResize="0"/>
          <p:nvPr/>
        </p:nvPicPr>
        <p:blipFill rotWithShape="1">
          <a:blip r:embed="rId22">
            <a:alphaModFix/>
          </a:blip>
          <a:srcRect/>
          <a:stretch/>
        </p:blipFill>
        <p:spPr>
          <a:xfrm>
            <a:off x="0" y="0"/>
            <a:ext cx="9144000" cy="975360"/>
          </a:xfrm>
          <a:prstGeom prst="rect">
            <a:avLst/>
          </a:prstGeom>
          <a:noFill/>
          <a:ln>
            <a:noFill/>
          </a:ln>
        </p:spPr>
      </p:pic>
      <p:sp>
        <p:nvSpPr>
          <p:cNvPr id="111" name="Google Shape;111;p21"/>
          <p:cNvSpPr txBox="1"/>
          <p:nvPr/>
        </p:nvSpPr>
        <p:spPr>
          <a:xfrm>
            <a:off x="227013" y="274638"/>
            <a:ext cx="7923694" cy="1143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3400"/>
              <a:buFont typeface="Century Gothic"/>
              <a:buNone/>
            </a:pPr>
            <a:r>
              <a:rPr lang="en-US" sz="3400" b="1" i="0" u="none" strike="noStrike" cap="none">
                <a:solidFill>
                  <a:schemeClr val="dk1"/>
                </a:solidFill>
                <a:latin typeface="Century Gothic"/>
                <a:ea typeface="Century Gothic"/>
                <a:cs typeface="Century Gothic"/>
                <a:sym typeface="Century Gothic"/>
              </a:rPr>
              <a:t>Insert Slide Title Line 1</a:t>
            </a:r>
            <a:br>
              <a:rPr lang="en-US" sz="3400" b="1" i="0" u="none" strike="noStrike" cap="none">
                <a:solidFill>
                  <a:schemeClr val="dk1"/>
                </a:solidFill>
                <a:latin typeface="Century Gothic"/>
                <a:ea typeface="Century Gothic"/>
                <a:cs typeface="Century Gothic"/>
                <a:sym typeface="Century Gothic"/>
              </a:rPr>
            </a:br>
            <a:r>
              <a:rPr lang="en-US" sz="3400" b="1" i="0" u="none" strike="noStrike" cap="none">
                <a:solidFill>
                  <a:schemeClr val="dk1"/>
                </a:solidFill>
                <a:latin typeface="Century Gothic"/>
                <a:ea typeface="Century Gothic"/>
                <a:cs typeface="Century Gothic"/>
                <a:sym typeface="Century Gothic"/>
              </a:rPr>
              <a:t>Insert Slide Title Line 2</a:t>
            </a:r>
            <a:endParaRPr sz="3400" b="1" i="0" u="none" strike="noStrike" cap="none">
              <a:solidFill>
                <a:schemeClr val="dk1"/>
              </a:solidFill>
              <a:latin typeface="Century Gothic"/>
              <a:ea typeface="Century Gothic"/>
              <a:cs typeface="Century Gothic"/>
              <a:sym typeface="Century Gothic"/>
            </a:endParaRPr>
          </a:p>
        </p:txBody>
      </p:sp>
      <p:sp>
        <p:nvSpPr>
          <p:cNvPr id="112" name="Google Shape;112;p21"/>
          <p:cNvSpPr txBox="1"/>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Arial"/>
              <a:buNone/>
            </a:pPr>
            <a:r>
              <a:rPr lang="en-US" sz="2400" b="0" i="0" u="none" strike="noStrike" cap="none">
                <a:solidFill>
                  <a:schemeClr val="dk1"/>
                </a:solidFill>
                <a:latin typeface="Century Gothic"/>
                <a:ea typeface="Century Gothic"/>
                <a:cs typeface="Century Gothic"/>
                <a:sym typeface="Century Gothic"/>
              </a:rPr>
              <a:t>Insert Subhead Line 1</a:t>
            </a:r>
            <a:br>
              <a:rPr lang="en-US" sz="2400" b="0" i="0" u="none" strike="noStrike" cap="none">
                <a:solidFill>
                  <a:schemeClr val="dk1"/>
                </a:solidFill>
                <a:latin typeface="Century Gothic"/>
                <a:ea typeface="Century Gothic"/>
                <a:cs typeface="Century Gothic"/>
                <a:sym typeface="Century Gothic"/>
              </a:rPr>
            </a:br>
            <a:r>
              <a:rPr lang="en-US" sz="2400" b="0" i="0" u="none" strike="noStrike" cap="none">
                <a:solidFill>
                  <a:schemeClr val="dk1"/>
                </a:solidFill>
                <a:latin typeface="Century Gothic"/>
                <a:ea typeface="Century Gothic"/>
                <a:cs typeface="Century Gothic"/>
                <a:sym typeface="Century Gothic"/>
              </a:rPr>
              <a:t>Insert Subhead Line 2</a:t>
            </a:r>
            <a:endParaRPr/>
          </a:p>
        </p:txBody>
      </p:sp>
      <p:sp>
        <p:nvSpPr>
          <p:cNvPr id="113" name="Google Shape;113;p21"/>
          <p:cNvSpPr txBox="1">
            <a:spLocks noGrp="1"/>
          </p:cNvSpPr>
          <p:nvPr>
            <p:ph type="dt" idx="10"/>
          </p:nvPr>
        </p:nvSpPr>
        <p:spPr>
          <a:xfrm>
            <a:off x="49928" y="6501841"/>
            <a:ext cx="1601788" cy="198437"/>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4" name="Google Shape;114;p21"/>
          <p:cNvSpPr txBox="1">
            <a:spLocks noGrp="1"/>
          </p:cNvSpPr>
          <p:nvPr>
            <p:ph type="ftr" idx="11"/>
          </p:nvPr>
        </p:nvSpPr>
        <p:spPr>
          <a:xfrm>
            <a:off x="1682840" y="6519572"/>
            <a:ext cx="3887273" cy="248276"/>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5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5" name="Google Shape;115;p21"/>
          <p:cNvSpPr txBox="1">
            <a:spLocks noGrp="1"/>
          </p:cNvSpPr>
          <p:nvPr>
            <p:ph type="sldNum" idx="12"/>
          </p:nvPr>
        </p:nvSpPr>
        <p:spPr>
          <a:xfrm>
            <a:off x="8686801" y="6529848"/>
            <a:ext cx="407674" cy="226551"/>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Calibri"/>
                <a:ea typeface="Calibri"/>
                <a:cs typeface="Calibri"/>
                <a:sym typeface="Calibri"/>
              </a:defRPr>
            </a:lvl1pPr>
            <a:lvl2pPr marL="0" marR="0" lvl="1" indent="0" algn="l" rtl="0">
              <a:spcBef>
                <a:spcPts val="0"/>
              </a:spcBef>
              <a:buNone/>
              <a:defRPr sz="1800" b="0" i="0" u="none" strike="noStrike" cap="none">
                <a:solidFill>
                  <a:schemeClr val="dk1"/>
                </a:solidFill>
                <a:latin typeface="Calibri"/>
                <a:ea typeface="Calibri"/>
                <a:cs typeface="Calibri"/>
                <a:sym typeface="Calibri"/>
              </a:defRPr>
            </a:lvl2pPr>
            <a:lvl3pPr marL="0" marR="0" lvl="2" indent="0" algn="l" rtl="0">
              <a:spcBef>
                <a:spcPts val="0"/>
              </a:spcBef>
              <a:buNone/>
              <a:defRPr sz="1800" b="0" i="0" u="none" strike="noStrike" cap="none">
                <a:solidFill>
                  <a:schemeClr val="dk1"/>
                </a:solidFill>
                <a:latin typeface="Calibri"/>
                <a:ea typeface="Calibri"/>
                <a:cs typeface="Calibri"/>
                <a:sym typeface="Calibri"/>
              </a:defRPr>
            </a:lvl3pPr>
            <a:lvl4pPr marL="0" marR="0" lvl="3" indent="0" algn="l" rtl="0">
              <a:spcBef>
                <a:spcPts val="0"/>
              </a:spcBef>
              <a:buNone/>
              <a:defRPr sz="1800" b="0" i="0" u="none" strike="noStrike" cap="none">
                <a:solidFill>
                  <a:schemeClr val="dk1"/>
                </a:solidFill>
                <a:latin typeface="Calibri"/>
                <a:ea typeface="Calibri"/>
                <a:cs typeface="Calibri"/>
                <a:sym typeface="Calibri"/>
              </a:defRPr>
            </a:lvl4pPr>
            <a:lvl5pPr marL="0" marR="0" lvl="4" indent="0" algn="l" rtl="0">
              <a:spcBef>
                <a:spcPts val="0"/>
              </a:spcBef>
              <a:buNone/>
              <a:defRPr sz="1800" b="0" i="0" u="none" strike="noStrike" cap="none">
                <a:solidFill>
                  <a:schemeClr val="dk1"/>
                </a:solidFill>
                <a:latin typeface="Calibri"/>
                <a:ea typeface="Calibri"/>
                <a:cs typeface="Calibri"/>
                <a:sym typeface="Calibri"/>
              </a:defRPr>
            </a:lvl5pPr>
            <a:lvl6pPr marL="0" marR="0" lvl="5" indent="0" algn="l" rtl="0">
              <a:spcBef>
                <a:spcPts val="0"/>
              </a:spcBef>
              <a:buNone/>
              <a:defRPr sz="1800" b="0" i="0" u="none" strike="noStrike" cap="none">
                <a:solidFill>
                  <a:schemeClr val="dk1"/>
                </a:solidFill>
                <a:latin typeface="Calibri"/>
                <a:ea typeface="Calibri"/>
                <a:cs typeface="Calibri"/>
                <a:sym typeface="Calibri"/>
              </a:defRPr>
            </a:lvl6pPr>
            <a:lvl7pPr marL="0" marR="0" lvl="6" indent="0" algn="l" rtl="0">
              <a:spcBef>
                <a:spcPts val="0"/>
              </a:spcBef>
              <a:buNone/>
              <a:defRPr sz="1800" b="0" i="0" u="none" strike="noStrike" cap="none">
                <a:solidFill>
                  <a:schemeClr val="dk1"/>
                </a:solidFill>
                <a:latin typeface="Calibri"/>
                <a:ea typeface="Calibri"/>
                <a:cs typeface="Calibri"/>
                <a:sym typeface="Calibri"/>
              </a:defRPr>
            </a:lvl7pPr>
            <a:lvl8pPr marL="0" marR="0" lvl="7" indent="0" algn="l" rtl="0">
              <a:spcBef>
                <a:spcPts val="0"/>
              </a:spcBef>
              <a:buNone/>
              <a:defRPr sz="1800" b="0" i="0" u="none" strike="noStrike" cap="none">
                <a:solidFill>
                  <a:schemeClr val="dk1"/>
                </a:solidFill>
                <a:latin typeface="Calibri"/>
                <a:ea typeface="Calibri"/>
                <a:cs typeface="Calibri"/>
                <a:sym typeface="Calibri"/>
              </a:defRPr>
            </a:lvl8pPr>
            <a:lvl9pPr marL="0" marR="0" lvl="8" indent="0" algn="l" rtl="0">
              <a:spcBef>
                <a:spcPts val="0"/>
              </a:spcBef>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701"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hyperlink" Target="wrslab.com" TargetMode="Externa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6.xml"/><Relationship Id="rId5" Type="http://schemas.openxmlformats.org/officeDocument/2006/relationships/image" Target="../media/image44.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hyperlink" Target="file:///C:\Users\coryv\Downloads\2025F_SSW423_02_FindIt%20(2).pdf" TargetMode="Externa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1"/>
          <p:cNvSpPr txBox="1">
            <a:spLocks noGrp="1"/>
          </p:cNvSpPr>
          <p:nvPr>
            <p:ph type="body" idx="1"/>
          </p:nvPr>
        </p:nvSpPr>
        <p:spPr>
          <a:xfrm>
            <a:off x="123825" y="1188721"/>
            <a:ext cx="5776232" cy="2955110"/>
          </a:xfrm>
          <a:prstGeom prst="rect">
            <a:avLst/>
          </a:prstGeom>
          <a:solidFill>
            <a:schemeClr val="lt1">
              <a:alpha val="49803"/>
            </a:schemeClr>
          </a:solidFill>
          <a:ln>
            <a:noFill/>
          </a:ln>
        </p:spPr>
        <p:txBody>
          <a:bodyPr spcFirstLastPara="1" wrap="square" lIns="91425" tIns="45700" rIns="91425" bIns="45700" anchor="t" anchorCtr="0">
            <a:noAutofit/>
          </a:bodyPr>
          <a:lstStyle/>
          <a:p>
            <a:pPr marL="0" indent="0">
              <a:spcBef>
                <a:spcPts val="0"/>
              </a:spcBef>
              <a:buSzPts val="3600"/>
            </a:pPr>
            <a:r>
              <a:rPr lang="en-US"/>
              <a:t>Project Concept Development and Specification</a:t>
            </a:r>
            <a:endParaRPr lang="en-US" sz="5400"/>
          </a:p>
          <a:p>
            <a:pPr marL="0" indent="0">
              <a:spcBef>
                <a:spcPts val="0"/>
              </a:spcBef>
              <a:buSzPts val="3600"/>
            </a:pPr>
            <a:endParaRPr lang="en-US" sz="2000"/>
          </a:p>
          <a:p>
            <a:pPr marL="0" indent="0">
              <a:spcBef>
                <a:spcPts val="0"/>
              </a:spcBef>
              <a:buSzPts val="3600"/>
            </a:pPr>
            <a:r>
              <a:rPr lang="en-US" sz="2000"/>
              <a:t>SSW 423: Software</a:t>
            </a:r>
            <a:br>
              <a:rPr lang="en-US" sz="2000"/>
            </a:br>
            <a:r>
              <a:rPr lang="en-US" sz="2000"/>
              <a:t>Engineering Design VII</a:t>
            </a:r>
          </a:p>
          <a:p>
            <a:pPr marL="0" lvl="0" indent="0" algn="l" rtl="0">
              <a:spcBef>
                <a:spcPts val="0"/>
              </a:spcBef>
              <a:spcAft>
                <a:spcPts val="0"/>
              </a:spcAft>
              <a:buClr>
                <a:schemeClr val="dk1"/>
              </a:buClr>
              <a:buSzPts val="3600"/>
              <a:buNone/>
            </a:pPr>
            <a:endParaRPr/>
          </a:p>
        </p:txBody>
      </p:sp>
      <p:sp>
        <p:nvSpPr>
          <p:cNvPr id="377" name="Google Shape;377;p1"/>
          <p:cNvSpPr txBox="1">
            <a:spLocks noGrp="1"/>
          </p:cNvSpPr>
          <p:nvPr>
            <p:ph type="body" idx="3"/>
          </p:nvPr>
        </p:nvSpPr>
        <p:spPr>
          <a:xfrm>
            <a:off x="123825" y="4191724"/>
            <a:ext cx="5776232" cy="201022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None/>
            </a:pPr>
            <a:endParaRPr lang="en-US" sz="1400"/>
          </a:p>
          <a:p>
            <a:pPr marL="0" lvl="0" indent="0" algn="l" rtl="0">
              <a:spcBef>
                <a:spcPts val="0"/>
              </a:spcBef>
              <a:spcAft>
                <a:spcPts val="0"/>
              </a:spcAft>
              <a:buClr>
                <a:schemeClr val="dk1"/>
              </a:buClr>
              <a:buSzPts val="2400"/>
              <a:buNone/>
            </a:pPr>
            <a:r>
              <a:rPr lang="en-US" sz="1400" err="1"/>
              <a:t>FindIt</a:t>
            </a:r>
            <a:r>
              <a:rPr lang="en-US" sz="1400"/>
              <a:t> – Group 2</a:t>
            </a:r>
          </a:p>
          <a:p>
            <a:pPr marL="0" lvl="0" indent="0" algn="l" rtl="0">
              <a:spcBef>
                <a:spcPts val="0"/>
              </a:spcBef>
              <a:spcAft>
                <a:spcPts val="0"/>
              </a:spcAft>
              <a:buClr>
                <a:schemeClr val="dk1"/>
              </a:buClr>
              <a:buSzPts val="2400"/>
              <a:buNone/>
            </a:pPr>
            <a:endParaRPr lang="en-US" sz="1400"/>
          </a:p>
          <a:p>
            <a:pPr marL="0" lvl="0" indent="0" algn="l" rtl="0">
              <a:spcBef>
                <a:spcPts val="0"/>
              </a:spcBef>
              <a:spcAft>
                <a:spcPts val="0"/>
              </a:spcAft>
              <a:buClr>
                <a:schemeClr val="dk1"/>
              </a:buClr>
              <a:buSzPts val="2400"/>
              <a:buNone/>
            </a:pPr>
            <a:r>
              <a:rPr lang="en-US" sz="1400"/>
              <a:t>Roy Tas, Ryan Davis, &amp; Cory Vitanza</a:t>
            </a:r>
          </a:p>
          <a:p>
            <a:pPr marL="0" lvl="0" indent="0" algn="l" rtl="0">
              <a:spcBef>
                <a:spcPts val="0"/>
              </a:spcBef>
              <a:spcAft>
                <a:spcPts val="0"/>
              </a:spcAft>
              <a:buClr>
                <a:schemeClr val="dk1"/>
              </a:buClr>
              <a:buSzPts val="2400"/>
              <a:buNone/>
            </a:pPr>
            <a:br>
              <a:rPr lang="en-US" sz="1400"/>
            </a:br>
            <a:r>
              <a:rPr lang="en-US" sz="1400">
                <a:effectLst/>
                <a:latin typeface="Arial" panose="020B0604020202020204" pitchFamily="34" charset="0"/>
              </a:rPr>
              <a:t>Software Engineering</a:t>
            </a:r>
            <a:br>
              <a:rPr lang="en-US" sz="1400"/>
            </a:br>
            <a:r>
              <a:rPr lang="en-US" sz="1400">
                <a:effectLst/>
                <a:latin typeface="Arial" panose="020B0604020202020204" pitchFamily="34" charset="0"/>
              </a:rPr>
              <a:t>School of Systems and Enterprises</a:t>
            </a:r>
            <a:endParaRPr sz="1800"/>
          </a:p>
        </p:txBody>
      </p:sp>
      <p:sp>
        <p:nvSpPr>
          <p:cNvPr id="378" name="Google Shape;378;p1"/>
          <p:cNvSpPr txBox="1">
            <a:spLocks noGrp="1"/>
          </p:cNvSpPr>
          <p:nvPr>
            <p:ph type="ftr" idx="11"/>
          </p:nvPr>
        </p:nvSpPr>
        <p:spPr>
          <a:xfrm>
            <a:off x="2138675" y="6519575"/>
            <a:ext cx="5149800" cy="2484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50" b="0" i="0" u="none" strike="noStrike" cap="none">
                <a:solidFill>
                  <a:schemeClr val="dk1"/>
                </a:solidFill>
                <a:latin typeface="Calibri"/>
                <a:ea typeface="Calibri"/>
                <a:cs typeface="Calibri"/>
                <a:sym typeface="Calibri"/>
              </a:rPr>
              <a:t>© 20</a:t>
            </a:r>
            <a:r>
              <a:rPr lang="en-US" sz="1050">
                <a:solidFill>
                  <a:schemeClr val="dk1"/>
                </a:solidFill>
                <a:latin typeface="Calibri"/>
                <a:ea typeface="Calibri"/>
                <a:cs typeface="Calibri"/>
                <a:sym typeface="Calibri"/>
              </a:rPr>
              <a:t>20</a:t>
            </a:r>
            <a:r>
              <a:rPr lang="en-US" sz="1050" b="0" i="0" u="none" strike="noStrike" cap="none">
                <a:solidFill>
                  <a:schemeClr val="dk1"/>
                </a:solidFill>
                <a:latin typeface="Calibri"/>
                <a:ea typeface="Calibri"/>
                <a:cs typeface="Calibri"/>
                <a:sym typeface="Calibri"/>
              </a:rPr>
              <a:t> Stevens Institute of Technology. All Rights Reserved.</a:t>
            </a:r>
            <a:endParaRPr sz="1050" b="0" i="0" u="none" strike="noStrike" cap="none">
              <a:solidFill>
                <a:schemeClr val="dk1"/>
              </a:solidFill>
              <a:latin typeface="Calibri"/>
              <a:ea typeface="Calibri"/>
              <a:cs typeface="Calibri"/>
              <a:sym typeface="Calibri"/>
            </a:endParaRPr>
          </a:p>
        </p:txBody>
      </p:sp>
      <p:sp>
        <p:nvSpPr>
          <p:cNvPr id="379" name="Google Shape;379;p1"/>
          <p:cNvSpPr txBox="1">
            <a:spLocks noGrp="1"/>
          </p:cNvSpPr>
          <p:nvPr>
            <p:ph type="ftr" idx="11"/>
          </p:nvPr>
        </p:nvSpPr>
        <p:spPr>
          <a:xfrm>
            <a:off x="1224275" y="6519575"/>
            <a:ext cx="4810500" cy="2484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50" b="0" i="0" u="none" strike="noStrike" cap="none">
                <a:solidFill>
                  <a:schemeClr val="dk1"/>
                </a:solidFill>
                <a:latin typeface="Calibri"/>
                <a:ea typeface="Calibri"/>
                <a:cs typeface="Calibri"/>
                <a:sym typeface="Calibri"/>
              </a:rPr>
              <a:t>© 20</a:t>
            </a:r>
            <a:r>
              <a:rPr lang="en-US" sz="1050">
                <a:solidFill>
                  <a:schemeClr val="dk1"/>
                </a:solidFill>
                <a:latin typeface="Calibri"/>
                <a:ea typeface="Calibri"/>
                <a:cs typeface="Calibri"/>
                <a:sym typeface="Calibri"/>
              </a:rPr>
              <a:t>20</a:t>
            </a:r>
            <a:r>
              <a:rPr lang="en-US" sz="1050" b="0" i="0" u="none" strike="noStrike" cap="none">
                <a:solidFill>
                  <a:schemeClr val="dk1"/>
                </a:solidFill>
                <a:latin typeface="Calibri"/>
                <a:ea typeface="Calibri"/>
                <a:cs typeface="Calibri"/>
                <a:sym typeface="Calibri"/>
              </a:rPr>
              <a:t> Stevens Institute of Technology. All Rights Reserved.</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E9640-B84E-F48E-2CBA-CD6783B943EC}"/>
              </a:ext>
            </a:extLst>
          </p:cNvPr>
          <p:cNvSpPr>
            <a:spLocks noGrp="1"/>
          </p:cNvSpPr>
          <p:nvPr>
            <p:ph type="title"/>
          </p:nvPr>
        </p:nvSpPr>
        <p:spPr/>
        <p:txBody>
          <a:bodyPr/>
          <a:lstStyle/>
          <a:p>
            <a:r>
              <a:rPr lang="en-US"/>
              <a:t>Team Introductions</a:t>
            </a:r>
          </a:p>
        </p:txBody>
      </p:sp>
      <p:sp>
        <p:nvSpPr>
          <p:cNvPr id="3" name="Text Placeholder 2">
            <a:extLst>
              <a:ext uri="{FF2B5EF4-FFF2-40B4-BE49-F238E27FC236}">
                <a16:creationId xmlns:a16="http://schemas.microsoft.com/office/drawing/2014/main" id="{B50AAB45-6D87-C8B3-0812-248CED741710}"/>
              </a:ext>
            </a:extLst>
          </p:cNvPr>
          <p:cNvSpPr>
            <a:spLocks noGrp="1"/>
          </p:cNvSpPr>
          <p:nvPr>
            <p:ph type="body" idx="1"/>
          </p:nvPr>
        </p:nvSpPr>
        <p:spPr>
          <a:xfrm>
            <a:off x="227013" y="1326268"/>
            <a:ext cx="5648950" cy="3535027"/>
          </a:xfrm>
        </p:spPr>
        <p:txBody>
          <a:bodyPr/>
          <a:lstStyle/>
          <a:p>
            <a:pPr fontAlgn="base"/>
            <a:r>
              <a:rPr lang="en-US"/>
              <a:t>Ryan Davis​</a:t>
            </a:r>
          </a:p>
          <a:p>
            <a:pPr lvl="1" fontAlgn="base"/>
            <a:r>
              <a:rPr lang="en-US"/>
              <a:t>4/4 Software Engineering</a:t>
            </a:r>
          </a:p>
          <a:p>
            <a:pPr marL="584200" lvl="1" indent="0" fontAlgn="base">
              <a:buNone/>
            </a:pPr>
            <a:r>
              <a:rPr lang="en-US"/>
              <a:t>​</a:t>
            </a:r>
          </a:p>
          <a:p>
            <a:pPr fontAlgn="base"/>
            <a:r>
              <a:rPr lang="en-US"/>
              <a:t>Roy Tas​</a:t>
            </a:r>
          </a:p>
          <a:p>
            <a:pPr lvl="1" fontAlgn="base"/>
            <a:r>
              <a:rPr lang="en-US"/>
              <a:t>4/4 Engineering Management​</a:t>
            </a:r>
          </a:p>
          <a:p>
            <a:pPr marL="584200" lvl="1" indent="0" fontAlgn="base">
              <a:buNone/>
            </a:pPr>
            <a:endParaRPr lang="en-US"/>
          </a:p>
          <a:p>
            <a:pPr fontAlgn="base"/>
            <a:r>
              <a:rPr lang="en-US"/>
              <a:t>Cory Vitanza​</a:t>
            </a:r>
          </a:p>
          <a:p>
            <a:pPr lvl="1" fontAlgn="base"/>
            <a:r>
              <a:rPr lang="en-US"/>
              <a:t>4/4 Software Engineering</a:t>
            </a:r>
          </a:p>
        </p:txBody>
      </p:sp>
      <p:sp>
        <p:nvSpPr>
          <p:cNvPr id="5" name="Slide Number Placeholder 4">
            <a:extLst>
              <a:ext uri="{FF2B5EF4-FFF2-40B4-BE49-F238E27FC236}">
                <a16:creationId xmlns:a16="http://schemas.microsoft.com/office/drawing/2014/main" id="{324FBCC4-46C3-18DF-9CA3-2706AAE04EB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1143711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F6916-AE9F-EC35-E98F-35B9A0DEA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5C5D51-193E-46AB-F534-6AECD8E68BC4}"/>
              </a:ext>
            </a:extLst>
          </p:cNvPr>
          <p:cNvSpPr>
            <a:spLocks noGrp="1"/>
          </p:cNvSpPr>
          <p:nvPr>
            <p:ph type="title"/>
          </p:nvPr>
        </p:nvSpPr>
        <p:spPr>
          <a:xfrm>
            <a:off x="227013" y="348683"/>
            <a:ext cx="7923694" cy="707139"/>
          </a:xfrm>
        </p:spPr>
        <p:txBody>
          <a:bodyPr/>
          <a:lstStyle/>
          <a:p>
            <a:r>
              <a:rPr lang="en-US"/>
              <a:t>Project Description</a:t>
            </a:r>
          </a:p>
        </p:txBody>
      </p:sp>
      <p:sp>
        <p:nvSpPr>
          <p:cNvPr id="3" name="Text Placeholder 2">
            <a:extLst>
              <a:ext uri="{FF2B5EF4-FFF2-40B4-BE49-F238E27FC236}">
                <a16:creationId xmlns:a16="http://schemas.microsoft.com/office/drawing/2014/main" id="{2BD1DD25-CA35-F31D-3EB0-93EA6270EE11}"/>
              </a:ext>
            </a:extLst>
          </p:cNvPr>
          <p:cNvSpPr>
            <a:spLocks noGrp="1"/>
          </p:cNvSpPr>
          <p:nvPr>
            <p:ph type="body" idx="1"/>
          </p:nvPr>
        </p:nvSpPr>
        <p:spPr>
          <a:xfrm>
            <a:off x="227013" y="1482291"/>
            <a:ext cx="8714856" cy="4319887"/>
          </a:xfrm>
        </p:spPr>
        <p:txBody>
          <a:bodyPr/>
          <a:lstStyle/>
          <a:p>
            <a:pPr>
              <a:lnSpc>
                <a:spcPct val="150000"/>
              </a:lnSpc>
            </a:pPr>
            <a:r>
              <a:rPr lang="en-US" err="1"/>
              <a:t>FindIt</a:t>
            </a:r>
            <a:r>
              <a:rPr lang="en-US"/>
              <a:t> is a LoRaWAN-based location tracking and data communication system which aims to provide long-range, low-power tracking and real-time monitoring.</a:t>
            </a:r>
          </a:p>
          <a:p>
            <a:pPr marL="114300" indent="0">
              <a:lnSpc>
                <a:spcPct val="150000"/>
              </a:lnSpc>
              <a:buNone/>
            </a:pPr>
            <a:endParaRPr lang="en-US"/>
          </a:p>
          <a:p>
            <a:pPr>
              <a:lnSpc>
                <a:spcPct val="150000"/>
              </a:lnSpc>
            </a:pPr>
            <a:r>
              <a:rPr lang="en-US"/>
              <a:t>The system targets healthcare and caregiving applications, allowing for caregivers to monitor movement patterns and receive alerts for potential safety concerns.</a:t>
            </a:r>
          </a:p>
          <a:p>
            <a:pPr>
              <a:lnSpc>
                <a:spcPct val="150000"/>
              </a:lnSpc>
            </a:pPr>
            <a:endParaRPr lang="en-US"/>
          </a:p>
          <a:p>
            <a:pPr>
              <a:lnSpc>
                <a:spcPct val="150000"/>
              </a:lnSpc>
            </a:pPr>
            <a:r>
              <a:rPr lang="en-US"/>
              <a:t>It connects our physical trackers to a web platform, making it easier for caregivers to stay aware of location and safety changes.</a:t>
            </a:r>
          </a:p>
          <a:p>
            <a:pPr>
              <a:lnSpc>
                <a:spcPct val="150000"/>
              </a:lnSpc>
            </a:pPr>
            <a:endParaRPr lang="en-US"/>
          </a:p>
        </p:txBody>
      </p:sp>
      <p:sp>
        <p:nvSpPr>
          <p:cNvPr id="5" name="Slide Number Placeholder 4">
            <a:extLst>
              <a:ext uri="{FF2B5EF4-FFF2-40B4-BE49-F238E27FC236}">
                <a16:creationId xmlns:a16="http://schemas.microsoft.com/office/drawing/2014/main" id="{23693FB8-6BA3-FACB-EF37-A011F9D43AFE}"/>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468169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B4C4-0597-4DCB-4858-EE178ADB54CF}"/>
              </a:ext>
            </a:extLst>
          </p:cNvPr>
          <p:cNvSpPr>
            <a:spLocks noGrp="1"/>
          </p:cNvSpPr>
          <p:nvPr>
            <p:ph type="title"/>
          </p:nvPr>
        </p:nvSpPr>
        <p:spPr/>
        <p:txBody>
          <a:bodyPr/>
          <a:lstStyle/>
          <a:p>
            <a:r>
              <a:rPr lang="en-US"/>
              <a:t>Key Stakeholders</a:t>
            </a:r>
          </a:p>
        </p:txBody>
      </p:sp>
      <p:sp>
        <p:nvSpPr>
          <p:cNvPr id="3" name="Text Placeholder 2">
            <a:extLst>
              <a:ext uri="{FF2B5EF4-FFF2-40B4-BE49-F238E27FC236}">
                <a16:creationId xmlns:a16="http://schemas.microsoft.com/office/drawing/2014/main" id="{5732BD8C-DE4B-1F46-DC8D-011D14B56DE9}"/>
              </a:ext>
            </a:extLst>
          </p:cNvPr>
          <p:cNvSpPr>
            <a:spLocks noGrp="1"/>
          </p:cNvSpPr>
          <p:nvPr>
            <p:ph type="body" idx="1"/>
          </p:nvPr>
        </p:nvSpPr>
        <p:spPr>
          <a:xfrm>
            <a:off x="227013" y="1617044"/>
            <a:ext cx="5648950" cy="4476849"/>
          </a:xfrm>
        </p:spPr>
        <p:txBody>
          <a:bodyPr/>
          <a:lstStyle/>
          <a:p>
            <a:r>
              <a:rPr lang="en-US"/>
              <a:t>Primary Stakeholder : </a:t>
            </a:r>
            <a:endParaRPr lang="en-US">
              <a:ea typeface="+mn-lt"/>
              <a:cs typeface="+mn-lt"/>
            </a:endParaRPr>
          </a:p>
          <a:p>
            <a:pPr marL="742950" lvl="1" indent="-285750">
              <a:buFont typeface="Arial" panose="020B0604020202020204" pitchFamily="34" charset="0"/>
              <a:buChar char="•"/>
            </a:pPr>
            <a:r>
              <a:rPr lang="tr-TR">
                <a:ea typeface="+mn-lt"/>
                <a:cs typeface="+mn-lt"/>
                <a:hlinkClick r:id="rId2"/>
              </a:rPr>
              <a:t>Wearable Robotics Systems Lab</a:t>
            </a:r>
            <a:endParaRPr lang="en-US"/>
          </a:p>
          <a:p>
            <a:pPr marL="742950" lvl="1" indent="-285750">
              <a:buFont typeface="Arial" panose="020B0604020202020204" pitchFamily="34" charset="0"/>
              <a:buChar char="•"/>
            </a:pPr>
            <a:r>
              <a:rPr lang="en-US"/>
              <a:t>Dr. Damiano Zanotto</a:t>
            </a:r>
          </a:p>
          <a:p>
            <a:endParaRPr lang="en-US"/>
          </a:p>
          <a:p>
            <a:r>
              <a:rPr lang="en-US"/>
              <a:t> Secondary Stakeholder(s)</a:t>
            </a:r>
          </a:p>
          <a:p>
            <a:pPr lvl="1"/>
            <a:r>
              <a:rPr lang="en-US"/>
              <a:t>Caregivers</a:t>
            </a:r>
          </a:p>
          <a:p>
            <a:pPr lvl="1"/>
            <a:r>
              <a:rPr lang="en-US"/>
              <a:t>Parent(s) of children with autism</a:t>
            </a:r>
          </a:p>
          <a:p>
            <a:pPr lvl="1"/>
            <a:r>
              <a:rPr lang="en-US"/>
              <a:t>Patrons with autism or dementia</a:t>
            </a:r>
          </a:p>
        </p:txBody>
      </p:sp>
      <p:sp>
        <p:nvSpPr>
          <p:cNvPr id="5" name="Slide Number Placeholder 4">
            <a:extLst>
              <a:ext uri="{FF2B5EF4-FFF2-40B4-BE49-F238E27FC236}">
                <a16:creationId xmlns:a16="http://schemas.microsoft.com/office/drawing/2014/main" id="{C3F7C210-DE42-69D8-E30E-135C58C8E6B3}"/>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3566855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4B741-9C5A-713B-D797-49D555A6B454}"/>
              </a:ext>
            </a:extLst>
          </p:cNvPr>
          <p:cNvSpPr>
            <a:spLocks noGrp="1"/>
          </p:cNvSpPr>
          <p:nvPr>
            <p:ph type="title"/>
          </p:nvPr>
        </p:nvSpPr>
        <p:spPr/>
        <p:txBody>
          <a:bodyPr/>
          <a:lstStyle/>
          <a:p>
            <a:r>
              <a:rPr lang="en-US"/>
              <a:t>Agile Process</a:t>
            </a:r>
          </a:p>
        </p:txBody>
      </p:sp>
      <p:sp>
        <p:nvSpPr>
          <p:cNvPr id="5" name="Slide Number Placeholder 4">
            <a:extLst>
              <a:ext uri="{FF2B5EF4-FFF2-40B4-BE49-F238E27FC236}">
                <a16:creationId xmlns:a16="http://schemas.microsoft.com/office/drawing/2014/main" id="{D2E49A82-B947-743D-96B5-537B6B471ABA}"/>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5</a:t>
            </a:fld>
            <a:endParaRPr lang="en-US"/>
          </a:p>
        </p:txBody>
      </p:sp>
      <p:sp>
        <p:nvSpPr>
          <p:cNvPr id="4" name="Up-Down Arrow 3">
            <a:extLst>
              <a:ext uri="{FF2B5EF4-FFF2-40B4-BE49-F238E27FC236}">
                <a16:creationId xmlns:a16="http://schemas.microsoft.com/office/drawing/2014/main" id="{5A5DD712-796B-83CA-631F-250FE23E4B62}"/>
              </a:ext>
            </a:extLst>
          </p:cNvPr>
          <p:cNvSpPr/>
          <p:nvPr/>
        </p:nvSpPr>
        <p:spPr>
          <a:xfrm>
            <a:off x="5949538" y="1248730"/>
            <a:ext cx="237505" cy="3121390"/>
          </a:xfrm>
          <a:prstGeom prst="up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8" name="Picture 7" descr="A screenshot of a computer&#10;&#10;AI-generated content may be incorrect.">
            <a:extLst>
              <a:ext uri="{FF2B5EF4-FFF2-40B4-BE49-F238E27FC236}">
                <a16:creationId xmlns:a16="http://schemas.microsoft.com/office/drawing/2014/main" id="{C83253BA-EEBF-90F3-96B8-000D0E753022}"/>
              </a:ext>
            </a:extLst>
          </p:cNvPr>
          <p:cNvPicPr>
            <a:picLocks noChangeAspect="1"/>
          </p:cNvPicPr>
          <p:nvPr/>
        </p:nvPicPr>
        <p:blipFill>
          <a:blip r:embed="rId3"/>
          <a:stretch>
            <a:fillRect/>
          </a:stretch>
        </p:blipFill>
        <p:spPr>
          <a:xfrm>
            <a:off x="97225" y="1227007"/>
            <a:ext cx="8949550" cy="4787606"/>
          </a:xfrm>
          <a:prstGeom prst="rect">
            <a:avLst/>
          </a:prstGeom>
        </p:spPr>
      </p:pic>
    </p:spTree>
    <p:extLst>
      <p:ext uri="{BB962C8B-B14F-4D97-AF65-F5344CB8AC3E}">
        <p14:creationId xmlns:p14="http://schemas.microsoft.com/office/powerpoint/2010/main" val="2476480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966A5-E218-F72C-0222-6DD84D3D4CC5}"/>
              </a:ext>
            </a:extLst>
          </p:cNvPr>
          <p:cNvSpPr>
            <a:spLocks noGrp="1"/>
          </p:cNvSpPr>
          <p:nvPr>
            <p:ph type="title"/>
          </p:nvPr>
        </p:nvSpPr>
        <p:spPr/>
        <p:txBody>
          <a:bodyPr/>
          <a:lstStyle/>
          <a:p>
            <a:r>
              <a:rPr lang="en-US"/>
              <a:t>Remind Audience about Development Plan </a:t>
            </a:r>
          </a:p>
        </p:txBody>
      </p:sp>
      <p:sp>
        <p:nvSpPr>
          <p:cNvPr id="5" name="Slide Number Placeholder 4">
            <a:extLst>
              <a:ext uri="{FF2B5EF4-FFF2-40B4-BE49-F238E27FC236}">
                <a16:creationId xmlns:a16="http://schemas.microsoft.com/office/drawing/2014/main" id="{250D174E-3B5D-2E2C-D946-22CF8922C91D}"/>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6</a:t>
            </a:fld>
            <a:endParaRPr lang="en-US"/>
          </a:p>
        </p:txBody>
      </p:sp>
      <p:sp>
        <p:nvSpPr>
          <p:cNvPr id="7" name="Rectangle 2">
            <a:extLst>
              <a:ext uri="{FF2B5EF4-FFF2-40B4-BE49-F238E27FC236}">
                <a16:creationId xmlns:a16="http://schemas.microsoft.com/office/drawing/2014/main" id="{9B0BB39F-3A6E-CE8C-B9AE-A3E10CD1FD18}"/>
              </a:ext>
            </a:extLst>
          </p:cNvPr>
          <p:cNvSpPr>
            <a:spLocks noGrp="1" noChangeArrowheads="1"/>
          </p:cNvSpPr>
          <p:nvPr>
            <p:ph type="body" idx="1"/>
          </p:nvPr>
        </p:nvSpPr>
        <p:spPr bwMode="auto">
          <a:xfrm>
            <a:off x="227013" y="1606204"/>
            <a:ext cx="8384884"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ClrTx/>
              <a:buSzTx/>
            </a:pPr>
            <a:r>
              <a:rPr kumimoji="0" lang="en-US" altLang="en-US" sz="1600" b="1" i="0" u="none" strike="noStrike" cap="none" normalizeH="0" baseline="0">
                <a:ln>
                  <a:noFill/>
                </a:ln>
                <a:solidFill>
                  <a:schemeClr val="tx1"/>
                </a:solidFill>
                <a:effectLst/>
                <a:latin typeface="Arial" panose="020B0604020202020204" pitchFamily="34" charset="0"/>
              </a:rPr>
              <a:t>Milestone 1: Project Setup &amp; Requirements Finalization</a:t>
            </a:r>
            <a:endParaRPr lang="en-US" altLang="en-US" sz="1600">
              <a:solidFill>
                <a:schemeClr val="tx1"/>
              </a:solidFill>
              <a:latin typeface="Arial" panose="020B0604020202020204" pitchFamily="34" charset="0"/>
            </a:endParaRPr>
          </a:p>
          <a:p>
            <a:pPr marL="742950" lvl="1" indent="-285750" eaLnBrk="0" fontAlgn="base" hangingPunct="0">
              <a:spcBef>
                <a:spcPct val="0"/>
              </a:spcBef>
              <a:spcAft>
                <a:spcPct val="0"/>
              </a:spcAft>
              <a:buClrTx/>
              <a:buSzTx/>
            </a:pPr>
            <a:r>
              <a:rPr kumimoji="0" lang="en-US" altLang="en-US" sz="1400" b="1" i="0" u="none" strike="noStrike" cap="none" normalizeH="0" baseline="0">
                <a:ln>
                  <a:noFill/>
                </a:ln>
                <a:solidFill>
                  <a:schemeClr val="tx1"/>
                </a:solidFill>
                <a:effectLst/>
                <a:latin typeface="Arial" panose="020B0604020202020204" pitchFamily="34" charset="0"/>
              </a:rPr>
              <a:t>Deliverables:</a:t>
            </a:r>
            <a:r>
              <a:rPr kumimoji="0" lang="en-US" altLang="en-US" sz="1400" b="0" i="0" u="none" strike="noStrike" cap="none" normalizeH="0" baseline="0">
                <a:ln>
                  <a:noFill/>
                </a:ln>
                <a:solidFill>
                  <a:schemeClr val="tx1"/>
                </a:solidFill>
                <a:effectLst/>
                <a:latin typeface="Arial" panose="020B0604020202020204" pitchFamily="34" charset="0"/>
              </a:rPr>
              <a:t> Project repository initialized, Kanban board configured, requirements document finalized, hardware/software resources received and confirmed.</a:t>
            </a:r>
            <a:endParaRPr lang="en-US" altLang="en-US" sz="1400">
              <a:solidFill>
                <a:schemeClr val="tx1"/>
              </a:solidFill>
              <a:latin typeface="Arial" panose="020B0604020202020204" pitchFamily="34" charset="0"/>
            </a:endParaRPr>
          </a:p>
          <a:p>
            <a:pPr marL="457200" lvl="1" indent="0" eaLnBrk="0" fontAlgn="base" hangingPunct="0">
              <a:spcBef>
                <a:spcPct val="0"/>
              </a:spcBef>
              <a:spcAft>
                <a:spcPct val="0"/>
              </a:spcAft>
              <a:buClrTx/>
              <a:buSzTx/>
              <a:buFontTx/>
              <a:buChar char="•"/>
            </a:pPr>
            <a:endParaRPr kumimoji="0" lang="en-US" altLang="en-US" b="0" i="0" u="none" strike="noStrike" cap="none" normalizeH="0" baseline="0">
              <a:ln>
                <a:noFill/>
              </a:ln>
              <a:solidFill>
                <a:schemeClr val="tx1"/>
              </a:solidFill>
              <a:effectLst/>
              <a:latin typeface="Arial" panose="020B0604020202020204" pitchFamily="34" charset="0"/>
            </a:endParaRPr>
          </a:p>
          <a:p>
            <a:pPr marL="285750" indent="-285750" eaLnBrk="0" fontAlgn="base" hangingPunct="0">
              <a:spcBef>
                <a:spcPct val="0"/>
              </a:spcBef>
              <a:spcAft>
                <a:spcPct val="0"/>
              </a:spcAft>
              <a:buClrTx/>
              <a:buSzTx/>
            </a:pPr>
            <a:r>
              <a:rPr kumimoji="0" lang="en-US" altLang="en-US" sz="1600" b="1" i="0" u="none" strike="noStrike" cap="none" normalizeH="0" baseline="0">
                <a:ln>
                  <a:noFill/>
                </a:ln>
                <a:solidFill>
                  <a:schemeClr val="tx1"/>
                </a:solidFill>
                <a:effectLst/>
                <a:latin typeface="Arial" panose="020B0604020202020204" pitchFamily="34" charset="0"/>
              </a:rPr>
              <a:t>Milestone 2: Core System Architecture &amp; Prototype Communication</a:t>
            </a:r>
            <a:endParaRPr lang="en-US" altLang="en-US" sz="1600">
              <a:solidFill>
                <a:schemeClr val="tx1"/>
              </a:solidFill>
              <a:latin typeface="Arial" panose="020B0604020202020204" pitchFamily="34" charset="0"/>
            </a:endParaRPr>
          </a:p>
          <a:p>
            <a:pPr marL="742950" lvl="1" indent="-285750" eaLnBrk="0" fontAlgn="base" hangingPunct="0">
              <a:spcBef>
                <a:spcPct val="0"/>
              </a:spcBef>
              <a:spcAft>
                <a:spcPct val="0"/>
              </a:spcAft>
              <a:buClrTx/>
              <a:buSzTx/>
            </a:pPr>
            <a:r>
              <a:rPr kumimoji="0" lang="en-US" altLang="en-US" sz="1400" b="1" i="0" u="none" strike="noStrike" cap="none" normalizeH="0" baseline="0">
                <a:ln>
                  <a:noFill/>
                </a:ln>
                <a:solidFill>
                  <a:schemeClr val="tx1"/>
                </a:solidFill>
                <a:effectLst/>
                <a:latin typeface="Arial" panose="020B0604020202020204" pitchFamily="34" charset="0"/>
              </a:rPr>
              <a:t>Deliverables:</a:t>
            </a:r>
            <a:r>
              <a:rPr kumimoji="0" lang="en-US" altLang="en-US" sz="1400" b="0" i="0" u="none" strike="noStrike" cap="none" normalizeH="0" baseline="0">
                <a:ln>
                  <a:noFill/>
                </a:ln>
                <a:solidFill>
                  <a:schemeClr val="tx1"/>
                </a:solidFill>
                <a:effectLst/>
                <a:latin typeface="Arial" panose="020B0604020202020204" pitchFamily="34" charset="0"/>
              </a:rPr>
              <a:t> Draft system architecture, initial Arduino board programming for basic LoRaWAN communication, mock frontend interface, database schema in Supabase.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1" i="0" u="none" strike="noStrike" cap="none" normalizeH="0" baseline="0">
              <a:ln>
                <a:noFill/>
              </a:ln>
              <a:solidFill>
                <a:schemeClr val="tx1"/>
              </a:solidFill>
              <a:effectLst/>
              <a:latin typeface="Arial" panose="020B0604020202020204" pitchFamily="34" charset="0"/>
            </a:endParaRPr>
          </a:p>
          <a:p>
            <a:pPr marL="285750" indent="-285750" eaLnBrk="0" fontAlgn="base" hangingPunct="0">
              <a:spcBef>
                <a:spcPct val="0"/>
              </a:spcBef>
              <a:spcAft>
                <a:spcPct val="0"/>
              </a:spcAft>
              <a:buClrTx/>
              <a:buSzTx/>
            </a:pPr>
            <a:r>
              <a:rPr kumimoji="0" lang="en-US" altLang="en-US" sz="1600" b="1" i="0" u="none" strike="noStrike" cap="none" normalizeH="0" baseline="0">
                <a:ln>
                  <a:noFill/>
                </a:ln>
                <a:solidFill>
                  <a:schemeClr val="tx1"/>
                </a:solidFill>
                <a:effectLst/>
                <a:latin typeface="Arial" panose="020B0604020202020204" pitchFamily="34" charset="0"/>
              </a:rPr>
              <a:t>Milestone 3: Integration of Hardware and Software Components</a:t>
            </a:r>
            <a:endParaRPr lang="en-US" altLang="en-US" sz="1600">
              <a:solidFill>
                <a:schemeClr val="tx1"/>
              </a:solidFill>
              <a:latin typeface="Arial" panose="020B0604020202020204" pitchFamily="34" charset="0"/>
            </a:endParaRPr>
          </a:p>
          <a:p>
            <a:pPr marL="742950" lvl="1" indent="-285750" eaLnBrk="0" fontAlgn="base" hangingPunct="0">
              <a:spcBef>
                <a:spcPct val="0"/>
              </a:spcBef>
              <a:spcAft>
                <a:spcPct val="0"/>
              </a:spcAft>
              <a:buClrTx/>
              <a:buSzTx/>
            </a:pPr>
            <a:r>
              <a:rPr kumimoji="0" lang="en-US" altLang="en-US" sz="1400" b="1" i="0" u="none" strike="noStrike" cap="none" normalizeH="0" baseline="0">
                <a:ln>
                  <a:noFill/>
                </a:ln>
                <a:solidFill>
                  <a:schemeClr val="tx1"/>
                </a:solidFill>
                <a:effectLst/>
                <a:latin typeface="Arial" panose="020B0604020202020204" pitchFamily="34" charset="0"/>
              </a:rPr>
              <a:t>Deliverables:</a:t>
            </a:r>
            <a:r>
              <a:rPr kumimoji="0" lang="en-US" altLang="en-US" sz="1400" b="0" i="0" u="none" strike="noStrike" cap="none" normalizeH="0" baseline="0">
                <a:ln>
                  <a:noFill/>
                </a:ln>
                <a:solidFill>
                  <a:schemeClr val="tx1"/>
                </a:solidFill>
                <a:effectLst/>
                <a:latin typeface="Arial" panose="020B0604020202020204" pitchFamily="34" charset="0"/>
              </a:rPr>
              <a:t> Hardware successfully transmitting data to backend, frontend connected to database, Docker setup for local deployment, integration testing initiated.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1" i="0" u="none" strike="noStrike" cap="none" normalizeH="0" baseline="0">
              <a:ln>
                <a:noFill/>
              </a:ln>
              <a:solidFill>
                <a:schemeClr val="tx1"/>
              </a:solidFill>
              <a:effectLst/>
              <a:latin typeface="Arial" panose="020B0604020202020204" pitchFamily="34" charset="0"/>
            </a:endParaRPr>
          </a:p>
          <a:p>
            <a:pPr marL="285750" indent="-285750" eaLnBrk="0" fontAlgn="base" hangingPunct="0">
              <a:spcBef>
                <a:spcPct val="0"/>
              </a:spcBef>
              <a:spcAft>
                <a:spcPct val="0"/>
              </a:spcAft>
              <a:buClrTx/>
              <a:buSzTx/>
            </a:pPr>
            <a:r>
              <a:rPr kumimoji="0" lang="en-US" altLang="en-US" sz="1600" b="1" i="0" u="none" strike="noStrike" cap="none" normalizeH="0" baseline="0">
                <a:ln>
                  <a:noFill/>
                </a:ln>
                <a:solidFill>
                  <a:schemeClr val="tx1"/>
                </a:solidFill>
                <a:effectLst/>
                <a:latin typeface="Arial" panose="020B0604020202020204" pitchFamily="34" charset="0"/>
              </a:rPr>
              <a:t>Milestone 4: Feature Implementation &amp; System Testing</a:t>
            </a:r>
            <a:endParaRPr lang="en-US" altLang="en-US" sz="1600">
              <a:solidFill>
                <a:schemeClr val="tx1"/>
              </a:solidFill>
              <a:latin typeface="Arial" panose="020B0604020202020204" pitchFamily="34" charset="0"/>
            </a:endParaRPr>
          </a:p>
          <a:p>
            <a:pPr marL="742950" lvl="1" indent="-285750" eaLnBrk="0" fontAlgn="base" hangingPunct="0">
              <a:spcBef>
                <a:spcPct val="0"/>
              </a:spcBef>
              <a:spcAft>
                <a:spcPct val="0"/>
              </a:spcAft>
              <a:buClrTx/>
              <a:buSzTx/>
            </a:pPr>
            <a:r>
              <a:rPr kumimoji="0" lang="en-US" altLang="en-US" sz="1400" b="1" i="0" u="none" strike="noStrike" cap="none" normalizeH="0" baseline="0">
                <a:ln>
                  <a:noFill/>
                </a:ln>
                <a:solidFill>
                  <a:schemeClr val="tx1"/>
                </a:solidFill>
                <a:effectLst/>
                <a:latin typeface="Arial" panose="020B0604020202020204" pitchFamily="34" charset="0"/>
              </a:rPr>
              <a:t>Deliverables:</a:t>
            </a:r>
            <a:r>
              <a:rPr kumimoji="0" lang="en-US" altLang="en-US" sz="1400" b="0" i="0" u="none" strike="noStrike" cap="none" normalizeH="0" baseline="0">
                <a:ln>
                  <a:noFill/>
                </a:ln>
                <a:solidFill>
                  <a:schemeClr val="tx1"/>
                </a:solidFill>
                <a:effectLst/>
                <a:latin typeface="Arial" panose="020B0604020202020204" pitchFamily="34" charset="0"/>
              </a:rPr>
              <a:t> Full set of planned features implemented, CI/CD pipeline operational, unit and integration tests passing, preliminary user documentation drafted.</a:t>
            </a:r>
          </a:p>
          <a:p>
            <a:pPr marL="742950" lvl="1" indent="-285750" eaLnBrk="0" fontAlgn="base" hangingPunct="0">
              <a:spcBef>
                <a:spcPct val="0"/>
              </a:spcBef>
              <a:spcAft>
                <a:spcPct val="0"/>
              </a:spcAft>
              <a:buClrTx/>
              <a:buSzTx/>
            </a:pPr>
            <a:endParaRPr kumimoji="0" lang="en-US" altLang="en-US" sz="1400" b="0" i="0" u="none" strike="noStrike" cap="none" normalizeH="0" baseline="0">
              <a:ln>
                <a:noFill/>
              </a:ln>
              <a:solidFill>
                <a:schemeClr val="tx1"/>
              </a:solidFill>
              <a:effectLst/>
              <a:latin typeface="Arial" panose="020B0604020202020204" pitchFamily="34" charset="0"/>
            </a:endParaRPr>
          </a:p>
          <a:p>
            <a:pPr marL="285750" indent="-285750" eaLnBrk="0" fontAlgn="base" hangingPunct="0">
              <a:spcBef>
                <a:spcPct val="0"/>
              </a:spcBef>
              <a:spcAft>
                <a:spcPct val="0"/>
              </a:spcAft>
              <a:buClrTx/>
              <a:buSzTx/>
            </a:pPr>
            <a:r>
              <a:rPr kumimoji="0" lang="en-US" altLang="en-US" sz="1600" b="1" i="0" u="none" strike="noStrike" cap="none" normalizeH="0" baseline="0">
                <a:ln>
                  <a:noFill/>
                </a:ln>
                <a:solidFill>
                  <a:schemeClr val="tx1"/>
                </a:solidFill>
                <a:effectLst/>
                <a:latin typeface="Arial" panose="020B0604020202020204" pitchFamily="34" charset="0"/>
              </a:rPr>
              <a:t>Milestone 5: Final Review &amp; Delivery</a:t>
            </a:r>
            <a:endParaRPr lang="en-US" altLang="en-US" sz="1600">
              <a:solidFill>
                <a:schemeClr val="tx1"/>
              </a:solidFill>
              <a:latin typeface="Arial" panose="020B0604020202020204" pitchFamily="34" charset="0"/>
            </a:endParaRPr>
          </a:p>
          <a:p>
            <a:pPr marL="742950" lvl="1" indent="-285750" eaLnBrk="0" fontAlgn="base" hangingPunct="0">
              <a:spcBef>
                <a:spcPct val="0"/>
              </a:spcBef>
              <a:spcAft>
                <a:spcPct val="0"/>
              </a:spcAft>
              <a:buClrTx/>
              <a:buSzTx/>
            </a:pPr>
            <a:r>
              <a:rPr kumimoji="0" lang="en-US" altLang="en-US" sz="1400" b="1" i="0" u="none" strike="noStrike" cap="none" normalizeH="0" baseline="0">
                <a:ln>
                  <a:noFill/>
                </a:ln>
                <a:solidFill>
                  <a:schemeClr val="tx1"/>
                </a:solidFill>
                <a:effectLst/>
                <a:latin typeface="Arial" panose="020B0604020202020204" pitchFamily="34" charset="0"/>
              </a:rPr>
              <a:t>Deliverables:</a:t>
            </a:r>
            <a:r>
              <a:rPr kumimoji="0" lang="en-US" altLang="en-US" sz="1400" b="0" i="0" u="none" strike="noStrike" cap="none" normalizeH="0" baseline="0">
                <a:ln>
                  <a:noFill/>
                </a:ln>
                <a:solidFill>
                  <a:schemeClr val="tx1"/>
                </a:solidFill>
                <a:effectLst/>
                <a:latin typeface="Arial" panose="020B0604020202020204" pitchFamily="34" charset="0"/>
              </a:rPr>
              <a:t> Final acceptance testing completed, documentation finalized, project demonstration delivered, final repository and deployment package prepared for submission.</a:t>
            </a:r>
          </a:p>
        </p:txBody>
      </p:sp>
    </p:spTree>
    <p:extLst>
      <p:ext uri="{BB962C8B-B14F-4D97-AF65-F5344CB8AC3E}">
        <p14:creationId xmlns:p14="http://schemas.microsoft.com/office/powerpoint/2010/main" val="2855589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00A5C-C522-116E-57AC-DC0B63B5701C}"/>
              </a:ext>
            </a:extLst>
          </p:cNvPr>
          <p:cNvSpPr>
            <a:spLocks noGrp="1"/>
          </p:cNvSpPr>
          <p:nvPr>
            <p:ph type="title"/>
          </p:nvPr>
        </p:nvSpPr>
        <p:spPr/>
        <p:txBody>
          <a:bodyPr/>
          <a:lstStyle/>
          <a:p>
            <a:r>
              <a:rPr lang="en-US"/>
              <a:t>User Requirements</a:t>
            </a:r>
          </a:p>
        </p:txBody>
      </p:sp>
      <p:sp>
        <p:nvSpPr>
          <p:cNvPr id="5" name="Slide Number Placeholder 4">
            <a:extLst>
              <a:ext uri="{FF2B5EF4-FFF2-40B4-BE49-F238E27FC236}">
                <a16:creationId xmlns:a16="http://schemas.microsoft.com/office/drawing/2014/main" id="{EE1768FC-62DD-0EED-130A-90FAFA194430}"/>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7</a:t>
            </a:fld>
            <a:endParaRPr lang="en-US"/>
          </a:p>
        </p:txBody>
      </p:sp>
      <p:pic>
        <p:nvPicPr>
          <p:cNvPr id="15" name="Picture 14">
            <a:extLst>
              <a:ext uri="{FF2B5EF4-FFF2-40B4-BE49-F238E27FC236}">
                <a16:creationId xmlns:a16="http://schemas.microsoft.com/office/drawing/2014/main" id="{81F6C9FC-B44A-4AD9-9F63-F782E7A67C7C}"/>
              </a:ext>
            </a:extLst>
          </p:cNvPr>
          <p:cNvPicPr>
            <a:picLocks noChangeAspect="1"/>
          </p:cNvPicPr>
          <p:nvPr/>
        </p:nvPicPr>
        <p:blipFill>
          <a:blip r:embed="rId2"/>
          <a:stretch>
            <a:fillRect/>
          </a:stretch>
        </p:blipFill>
        <p:spPr>
          <a:xfrm>
            <a:off x="0" y="1155038"/>
            <a:ext cx="6210528" cy="5524101"/>
          </a:xfrm>
          <a:prstGeom prst="rect">
            <a:avLst/>
          </a:prstGeom>
        </p:spPr>
      </p:pic>
    </p:spTree>
    <p:extLst>
      <p:ext uri="{BB962C8B-B14F-4D97-AF65-F5344CB8AC3E}">
        <p14:creationId xmlns:p14="http://schemas.microsoft.com/office/powerpoint/2010/main" val="3847640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5C58B49-5116-9D79-4A83-57DAD8A0424A}"/>
              </a:ext>
            </a:extLst>
          </p:cNvPr>
          <p:cNvSpPr>
            <a:spLocks noGrp="1"/>
          </p:cNvSpPr>
          <p:nvPr>
            <p:ph type="sldNum" sz="quarter" idx="4"/>
          </p:nvPr>
        </p:nvSpPr>
        <p:spPr/>
        <p:txBody>
          <a:bodyPr/>
          <a:lstStyle/>
          <a:p>
            <a:fld id="{F6F79CA1-B382-4F43-AD32-0B0E11510FDC}" type="slidenum">
              <a:rPr lang="en-US" smtClean="0"/>
              <a:pPr/>
              <a:t>8</a:t>
            </a:fld>
            <a:endParaRPr lang="en-US"/>
          </a:p>
        </p:txBody>
      </p:sp>
      <p:sp>
        <p:nvSpPr>
          <p:cNvPr id="6" name="Title 1">
            <a:extLst>
              <a:ext uri="{FF2B5EF4-FFF2-40B4-BE49-F238E27FC236}">
                <a16:creationId xmlns:a16="http://schemas.microsoft.com/office/drawing/2014/main" id="{9CFFDA82-6FB5-D991-BACF-FFBA9FB4DE47}"/>
              </a:ext>
            </a:extLst>
          </p:cNvPr>
          <p:cNvSpPr>
            <a:spLocks noGrp="1"/>
          </p:cNvSpPr>
          <p:nvPr>
            <p:ph type="title"/>
          </p:nvPr>
        </p:nvSpPr>
        <p:spPr>
          <a:xfrm>
            <a:off x="152400" y="318894"/>
            <a:ext cx="8534400" cy="715963"/>
          </a:xfrm>
        </p:spPr>
        <p:txBody>
          <a:bodyPr/>
          <a:lstStyle/>
          <a:p>
            <a:r>
              <a:rPr lang="en-US" sz="3400" b="1">
                <a:latin typeface="Century Gothic" panose="020B0502020202020204" pitchFamily="34" charset="0"/>
              </a:rPr>
              <a:t>System Requirements</a:t>
            </a:r>
          </a:p>
        </p:txBody>
      </p:sp>
      <p:sp>
        <p:nvSpPr>
          <p:cNvPr id="7" name="Slide Number Placeholder 3">
            <a:extLst>
              <a:ext uri="{FF2B5EF4-FFF2-40B4-BE49-F238E27FC236}">
                <a16:creationId xmlns:a16="http://schemas.microsoft.com/office/drawing/2014/main" id="{F70C7761-9394-C961-7A3B-9C04437EB3E2}"/>
              </a:ext>
            </a:extLst>
          </p:cNvPr>
          <p:cNvSpPr txBox="1">
            <a:spLocks/>
          </p:cNvSpPr>
          <p:nvPr/>
        </p:nvSpPr>
        <p:spPr>
          <a:xfrm>
            <a:off x="8686801" y="6529848"/>
            <a:ext cx="407674" cy="226551"/>
          </a:xfrm>
          <a:prstGeom prst="rect">
            <a:avLst/>
          </a:prstGeom>
        </p:spPr>
        <p:txBody>
          <a:bodyPr vert="horz"/>
          <a:lstStyle>
            <a:lvl1pPr marL="285750" indent="-285750" algn="l" defTabSz="457200" rtl="0" eaLnBrk="1" latinLnBrk="0" hangingPunct="1">
              <a:spcBef>
                <a:spcPts val="0"/>
              </a:spcBef>
              <a:spcAft>
                <a:spcPts val="1200"/>
              </a:spcAft>
              <a:buFont typeface="Arial" panose="020B0604020202020204" pitchFamily="34" charset="0"/>
              <a:buChar char="•"/>
              <a:defRPr sz="1800" kern="1200">
                <a:solidFill>
                  <a:schemeClr val="tx1"/>
                </a:solidFill>
                <a:latin typeface="Century Gothic"/>
                <a:ea typeface="+mn-ea"/>
                <a:cs typeface="Century Gothic"/>
              </a:defRPr>
            </a:lvl1pPr>
            <a:lvl2pPr marL="742950" indent="-285750" algn="l" defTabSz="457200" rtl="0" eaLnBrk="1" latinLnBrk="0" hangingPunct="1">
              <a:spcBef>
                <a:spcPts val="0"/>
              </a:spcBef>
              <a:spcAft>
                <a:spcPts val="1200"/>
              </a:spcAft>
              <a:buFont typeface="Arial"/>
              <a:buChar char="•"/>
              <a:defRPr sz="1600" kern="1200">
                <a:solidFill>
                  <a:schemeClr val="tx1"/>
                </a:solidFill>
                <a:latin typeface="Century Gothic"/>
                <a:ea typeface="+mn-ea"/>
                <a:cs typeface="Century Gothic"/>
              </a:defRPr>
            </a:lvl2pPr>
            <a:lvl3pPr marL="1143000" indent="-228600" algn="l" defTabSz="457200" rtl="0" eaLnBrk="1" latinLnBrk="0" hangingPunct="1">
              <a:spcBef>
                <a:spcPts val="0"/>
              </a:spcBef>
              <a:spcAft>
                <a:spcPts val="1200"/>
              </a:spcAft>
              <a:buFont typeface="Arial"/>
              <a:buChar char="•"/>
              <a:defRPr sz="1400" kern="1200" baseline="0">
                <a:solidFill>
                  <a:schemeClr val="tx1"/>
                </a:solidFill>
                <a:latin typeface="Century Gothic"/>
                <a:ea typeface="+mn-ea"/>
                <a:cs typeface="Century Gothic"/>
              </a:defRPr>
            </a:lvl3pPr>
            <a:lvl4pPr marL="1657350" indent="-285750" algn="l" defTabSz="457200" rtl="0" eaLnBrk="1" latinLnBrk="0" hangingPunct="1">
              <a:spcBef>
                <a:spcPts val="0"/>
              </a:spcBef>
              <a:spcAft>
                <a:spcPts val="1200"/>
              </a:spcAft>
              <a:buFont typeface="Arial"/>
              <a:buChar char="•"/>
              <a:defRPr sz="1200" kern="1200" baseline="0">
                <a:solidFill>
                  <a:schemeClr val="tx1"/>
                </a:solidFill>
                <a:latin typeface="Century Gothic"/>
                <a:ea typeface="+mn-ea"/>
                <a:cs typeface="Century Gothic"/>
              </a:defRPr>
            </a:lvl4pPr>
            <a:lvl5pPr marL="2057400" indent="-228600" algn="l" defTabSz="457200" rtl="0" eaLnBrk="1" latinLnBrk="0" hangingPunct="1">
              <a:spcBef>
                <a:spcPts val="0"/>
              </a:spcBef>
              <a:spcAft>
                <a:spcPts val="1200"/>
              </a:spcAft>
              <a:buFont typeface="Arial"/>
              <a:buChar char="•"/>
              <a:defRPr sz="1000" kern="1200">
                <a:solidFill>
                  <a:schemeClr val="tx1"/>
                </a:solidFill>
                <a:latin typeface="Century Gothic"/>
                <a:ea typeface="+mn-ea"/>
                <a:cs typeface="Century Gothic"/>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0"/>
              </a:spcAft>
              <a:buFont typeface="Arial" panose="020B0604020202020204" pitchFamily="34" charset="0"/>
              <a:buNone/>
            </a:pPr>
            <a:endParaRPr lang="en-US"/>
          </a:p>
        </p:txBody>
      </p:sp>
      <p:pic>
        <p:nvPicPr>
          <p:cNvPr id="3" name="Picture 2">
            <a:extLst>
              <a:ext uri="{FF2B5EF4-FFF2-40B4-BE49-F238E27FC236}">
                <a16:creationId xmlns:a16="http://schemas.microsoft.com/office/drawing/2014/main" id="{DF076A2E-DC63-3694-8D63-0B02E586C9A0}"/>
              </a:ext>
            </a:extLst>
          </p:cNvPr>
          <p:cNvPicPr>
            <a:picLocks noChangeAspect="1"/>
          </p:cNvPicPr>
          <p:nvPr/>
        </p:nvPicPr>
        <p:blipFill>
          <a:blip r:embed="rId2"/>
          <a:stretch>
            <a:fillRect/>
          </a:stretch>
        </p:blipFill>
        <p:spPr>
          <a:xfrm>
            <a:off x="0" y="1034857"/>
            <a:ext cx="5949820" cy="5553166"/>
          </a:xfrm>
          <a:prstGeom prst="rect">
            <a:avLst/>
          </a:prstGeom>
        </p:spPr>
      </p:pic>
    </p:spTree>
    <p:extLst>
      <p:ext uri="{BB962C8B-B14F-4D97-AF65-F5344CB8AC3E}">
        <p14:creationId xmlns:p14="http://schemas.microsoft.com/office/powerpoint/2010/main" val="3503965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37C99-0666-4091-2DF2-D438708156F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27FC14AB-A425-9B16-EC55-F6A437D03FD0}"/>
              </a:ext>
            </a:extLst>
          </p:cNvPr>
          <p:cNvSpPr>
            <a:spLocks noGrp="1"/>
          </p:cNvSpPr>
          <p:nvPr>
            <p:ph type="title"/>
          </p:nvPr>
        </p:nvSpPr>
        <p:spPr/>
        <p:txBody>
          <a:bodyPr/>
          <a:lstStyle/>
          <a:p>
            <a:r>
              <a:rPr lang="en-US" sz="3400" b="1">
                <a:latin typeface="Century Gothic" panose="020B0502020202020204" pitchFamily="34" charset="0"/>
              </a:rPr>
              <a:t>Non-Functional Requirements</a:t>
            </a:r>
          </a:p>
        </p:txBody>
      </p:sp>
      <p:sp>
        <p:nvSpPr>
          <p:cNvPr id="5" name="Slide Number Placeholder 4">
            <a:extLst>
              <a:ext uri="{FF2B5EF4-FFF2-40B4-BE49-F238E27FC236}">
                <a16:creationId xmlns:a16="http://schemas.microsoft.com/office/drawing/2014/main" id="{F4714700-07B7-CAFB-A9B3-BDEEE90E5AC1}"/>
              </a:ext>
            </a:extLst>
          </p:cNvPr>
          <p:cNvSpPr>
            <a:spLocks noGrp="1"/>
          </p:cNvSpPr>
          <p:nvPr>
            <p:ph type="sldNum" idx="12"/>
          </p:nvPr>
        </p:nvSpPr>
        <p:spPr/>
        <p:txBody>
          <a:bodyPr/>
          <a:lstStyle/>
          <a:p>
            <a:fld id="{F6F79CA1-B382-4F43-AD32-0B0E11510FDC}" type="slidenum">
              <a:rPr lang="en-US" smtClean="0"/>
              <a:pPr/>
              <a:t>9</a:t>
            </a:fld>
            <a:endParaRPr lang="en-US"/>
          </a:p>
        </p:txBody>
      </p:sp>
      <p:pic>
        <p:nvPicPr>
          <p:cNvPr id="4" name="Picture 3">
            <a:extLst>
              <a:ext uri="{FF2B5EF4-FFF2-40B4-BE49-F238E27FC236}">
                <a16:creationId xmlns:a16="http://schemas.microsoft.com/office/drawing/2014/main" id="{F8CBF601-991C-F74A-98E4-1C48C6F5CCC2}"/>
              </a:ext>
            </a:extLst>
          </p:cNvPr>
          <p:cNvPicPr>
            <a:picLocks noChangeAspect="1"/>
          </p:cNvPicPr>
          <p:nvPr/>
        </p:nvPicPr>
        <p:blipFill>
          <a:blip r:embed="rId2"/>
          <a:stretch>
            <a:fillRect/>
          </a:stretch>
        </p:blipFill>
        <p:spPr>
          <a:xfrm>
            <a:off x="251569" y="1163574"/>
            <a:ext cx="6345174" cy="4873292"/>
          </a:xfrm>
          <a:prstGeom prst="rect">
            <a:avLst/>
          </a:prstGeom>
        </p:spPr>
      </p:pic>
    </p:spTree>
    <p:extLst>
      <p:ext uri="{BB962C8B-B14F-4D97-AF65-F5344CB8AC3E}">
        <p14:creationId xmlns:p14="http://schemas.microsoft.com/office/powerpoint/2010/main" val="1874857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206E7-6956-7F0F-C28E-C556D2050BB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1D1D92D-12AF-395B-FE62-C5E082FE3586}"/>
              </a:ext>
            </a:extLst>
          </p:cNvPr>
          <p:cNvSpPr>
            <a:spLocks noGrp="1"/>
          </p:cNvSpPr>
          <p:nvPr>
            <p:ph type="title"/>
          </p:nvPr>
        </p:nvSpPr>
        <p:spPr>
          <a:xfrm>
            <a:off x="227013" y="707775"/>
            <a:ext cx="7923694" cy="1143000"/>
          </a:xfrm>
          <a:prstGeom prst="rect">
            <a:avLst/>
          </a:prstGeom>
        </p:spPr>
        <p:txBody>
          <a:bodyPr/>
          <a:lstStyle/>
          <a:p>
            <a:r>
              <a:rPr lang="en-US" sz="3400" b="1">
                <a:latin typeface="Century Gothic" panose="020B0502020202020204" pitchFamily="34" charset="0"/>
              </a:rPr>
              <a:t>Domain / Business Requirements</a:t>
            </a:r>
          </a:p>
        </p:txBody>
      </p:sp>
      <p:sp>
        <p:nvSpPr>
          <p:cNvPr id="5" name="Slide Number Placeholder 4">
            <a:extLst>
              <a:ext uri="{FF2B5EF4-FFF2-40B4-BE49-F238E27FC236}">
                <a16:creationId xmlns:a16="http://schemas.microsoft.com/office/drawing/2014/main" id="{D05BF9AF-6D37-3642-CEA3-540237C391EE}"/>
              </a:ext>
            </a:extLst>
          </p:cNvPr>
          <p:cNvSpPr>
            <a:spLocks noGrp="1"/>
          </p:cNvSpPr>
          <p:nvPr>
            <p:ph type="sldNum" idx="12"/>
          </p:nvPr>
        </p:nvSpPr>
        <p:spPr>
          <a:prstGeom prst="rect">
            <a:avLst/>
          </a:prstGeom>
        </p:spPr>
        <p:txBody>
          <a:bodyPr/>
          <a:lstStyle/>
          <a:p>
            <a:r>
              <a:rPr lang="en-US"/>
              <a:t>10</a:t>
            </a:r>
          </a:p>
        </p:txBody>
      </p:sp>
      <p:sp>
        <p:nvSpPr>
          <p:cNvPr id="7" name="Slide Number Placeholder 3">
            <a:extLst>
              <a:ext uri="{FF2B5EF4-FFF2-40B4-BE49-F238E27FC236}">
                <a16:creationId xmlns:a16="http://schemas.microsoft.com/office/drawing/2014/main" id="{5CDA5881-4B3F-B456-BD9F-45566F129BBD}"/>
              </a:ext>
            </a:extLst>
          </p:cNvPr>
          <p:cNvSpPr txBox="1">
            <a:spLocks/>
          </p:cNvSpPr>
          <p:nvPr/>
        </p:nvSpPr>
        <p:spPr>
          <a:xfrm>
            <a:off x="8686801" y="6529848"/>
            <a:ext cx="407674" cy="226551"/>
          </a:xfrm>
          <a:prstGeom prst="rect">
            <a:avLst/>
          </a:prstGeom>
        </p:spPr>
        <p:txBody>
          <a:bodyPr vert="horz"/>
          <a:lstStyle>
            <a:lvl1pPr marL="285750" indent="-285750" algn="l" defTabSz="457200" rtl="0" eaLnBrk="1" latinLnBrk="0" hangingPunct="1">
              <a:spcBef>
                <a:spcPts val="0"/>
              </a:spcBef>
              <a:spcAft>
                <a:spcPts val="1200"/>
              </a:spcAft>
              <a:buFont typeface="Arial" panose="020B0604020202020204" pitchFamily="34" charset="0"/>
              <a:buChar char="•"/>
              <a:defRPr sz="1800" kern="1200">
                <a:solidFill>
                  <a:schemeClr val="tx1"/>
                </a:solidFill>
                <a:latin typeface="Century Gothic"/>
                <a:ea typeface="+mn-ea"/>
                <a:cs typeface="Century Gothic"/>
              </a:defRPr>
            </a:lvl1pPr>
            <a:lvl2pPr marL="742950" indent="-285750" algn="l" defTabSz="457200" rtl="0" eaLnBrk="1" latinLnBrk="0" hangingPunct="1">
              <a:spcBef>
                <a:spcPts val="0"/>
              </a:spcBef>
              <a:spcAft>
                <a:spcPts val="1200"/>
              </a:spcAft>
              <a:buFont typeface="Arial"/>
              <a:buChar char="•"/>
              <a:defRPr sz="1600" kern="1200">
                <a:solidFill>
                  <a:schemeClr val="tx1"/>
                </a:solidFill>
                <a:latin typeface="Century Gothic"/>
                <a:ea typeface="+mn-ea"/>
                <a:cs typeface="Century Gothic"/>
              </a:defRPr>
            </a:lvl2pPr>
            <a:lvl3pPr marL="1143000" indent="-228600" algn="l" defTabSz="457200" rtl="0" eaLnBrk="1" latinLnBrk="0" hangingPunct="1">
              <a:spcBef>
                <a:spcPts val="0"/>
              </a:spcBef>
              <a:spcAft>
                <a:spcPts val="1200"/>
              </a:spcAft>
              <a:buFont typeface="Arial"/>
              <a:buChar char="•"/>
              <a:defRPr sz="1400" kern="1200" baseline="0">
                <a:solidFill>
                  <a:schemeClr val="tx1"/>
                </a:solidFill>
                <a:latin typeface="Century Gothic"/>
                <a:ea typeface="+mn-ea"/>
                <a:cs typeface="Century Gothic"/>
              </a:defRPr>
            </a:lvl3pPr>
            <a:lvl4pPr marL="1657350" indent="-285750" algn="l" defTabSz="457200" rtl="0" eaLnBrk="1" latinLnBrk="0" hangingPunct="1">
              <a:spcBef>
                <a:spcPts val="0"/>
              </a:spcBef>
              <a:spcAft>
                <a:spcPts val="1200"/>
              </a:spcAft>
              <a:buFont typeface="Arial"/>
              <a:buChar char="•"/>
              <a:defRPr sz="1200" kern="1200" baseline="0">
                <a:solidFill>
                  <a:schemeClr val="tx1"/>
                </a:solidFill>
                <a:latin typeface="Century Gothic"/>
                <a:ea typeface="+mn-ea"/>
                <a:cs typeface="Century Gothic"/>
              </a:defRPr>
            </a:lvl4pPr>
            <a:lvl5pPr marL="2057400" indent="-228600" algn="l" defTabSz="457200" rtl="0" eaLnBrk="1" latinLnBrk="0" hangingPunct="1">
              <a:spcBef>
                <a:spcPts val="0"/>
              </a:spcBef>
              <a:spcAft>
                <a:spcPts val="1200"/>
              </a:spcAft>
              <a:buFont typeface="Arial"/>
              <a:buChar char="•"/>
              <a:defRPr sz="1000" kern="1200">
                <a:solidFill>
                  <a:schemeClr val="tx1"/>
                </a:solidFill>
                <a:latin typeface="Century Gothic"/>
                <a:ea typeface="+mn-ea"/>
                <a:cs typeface="Century Gothic"/>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0"/>
              </a:spcAft>
              <a:buFont typeface="Arial" panose="020B0604020202020204" pitchFamily="34" charset="0"/>
              <a:buNone/>
            </a:pPr>
            <a:endParaRPr lang="en-US"/>
          </a:p>
        </p:txBody>
      </p:sp>
      <p:pic>
        <p:nvPicPr>
          <p:cNvPr id="3" name="Picture 2">
            <a:extLst>
              <a:ext uri="{FF2B5EF4-FFF2-40B4-BE49-F238E27FC236}">
                <a16:creationId xmlns:a16="http://schemas.microsoft.com/office/drawing/2014/main" id="{A9F28F66-F483-7CEB-6516-DA96DDF1D480}"/>
              </a:ext>
            </a:extLst>
          </p:cNvPr>
          <p:cNvPicPr>
            <a:picLocks noChangeAspect="1"/>
          </p:cNvPicPr>
          <p:nvPr/>
        </p:nvPicPr>
        <p:blipFill>
          <a:blip r:embed="rId2"/>
          <a:stretch>
            <a:fillRect/>
          </a:stretch>
        </p:blipFill>
        <p:spPr>
          <a:xfrm>
            <a:off x="96251" y="1783397"/>
            <a:ext cx="7096775" cy="3684341"/>
          </a:xfrm>
          <a:prstGeom prst="rect">
            <a:avLst/>
          </a:prstGeom>
        </p:spPr>
      </p:pic>
    </p:spTree>
    <p:extLst>
      <p:ext uri="{BB962C8B-B14F-4D97-AF65-F5344CB8AC3E}">
        <p14:creationId xmlns:p14="http://schemas.microsoft.com/office/powerpoint/2010/main" val="2848044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F852F-5A2E-6E13-079E-6777F3C74F1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97404A0-5C8D-E3C0-1685-377A910E9D0F}"/>
              </a:ext>
            </a:extLst>
          </p:cNvPr>
          <p:cNvSpPr>
            <a:spLocks noGrp="1"/>
          </p:cNvSpPr>
          <p:nvPr>
            <p:ph type="title"/>
          </p:nvPr>
        </p:nvSpPr>
        <p:spPr>
          <a:xfrm>
            <a:off x="135671" y="971255"/>
            <a:ext cx="7923694" cy="1143000"/>
          </a:xfrm>
          <a:prstGeom prst="rect">
            <a:avLst/>
          </a:prstGeom>
        </p:spPr>
        <p:txBody>
          <a:bodyPr/>
          <a:lstStyle/>
          <a:p>
            <a:r>
              <a:rPr lang="en-US" sz="3400" b="1">
                <a:latin typeface="Century Gothic" panose="020B0502020202020204" pitchFamily="34" charset="0"/>
              </a:rPr>
              <a:t>Other Requirements</a:t>
            </a:r>
          </a:p>
        </p:txBody>
      </p:sp>
      <p:sp>
        <p:nvSpPr>
          <p:cNvPr id="5" name="Slide Number Placeholder 4">
            <a:extLst>
              <a:ext uri="{FF2B5EF4-FFF2-40B4-BE49-F238E27FC236}">
                <a16:creationId xmlns:a16="http://schemas.microsoft.com/office/drawing/2014/main" id="{71085BB8-B96D-42EF-B0D4-788CFF650BB1}"/>
              </a:ext>
            </a:extLst>
          </p:cNvPr>
          <p:cNvSpPr>
            <a:spLocks noGrp="1"/>
          </p:cNvSpPr>
          <p:nvPr>
            <p:ph type="sldNum" idx="12"/>
          </p:nvPr>
        </p:nvSpPr>
        <p:spPr>
          <a:prstGeom prst="rect">
            <a:avLst/>
          </a:prstGeom>
        </p:spPr>
        <p:txBody>
          <a:bodyPr/>
          <a:lstStyle/>
          <a:p>
            <a:r>
              <a:rPr lang="en-US"/>
              <a:t>11</a:t>
            </a:r>
          </a:p>
        </p:txBody>
      </p:sp>
      <p:sp>
        <p:nvSpPr>
          <p:cNvPr id="7" name="Slide Number Placeholder 3">
            <a:extLst>
              <a:ext uri="{FF2B5EF4-FFF2-40B4-BE49-F238E27FC236}">
                <a16:creationId xmlns:a16="http://schemas.microsoft.com/office/drawing/2014/main" id="{C6DFDE9B-5597-CD18-6F5B-019A7344F6BA}"/>
              </a:ext>
            </a:extLst>
          </p:cNvPr>
          <p:cNvSpPr txBox="1">
            <a:spLocks/>
          </p:cNvSpPr>
          <p:nvPr/>
        </p:nvSpPr>
        <p:spPr>
          <a:xfrm>
            <a:off x="8686801" y="6529848"/>
            <a:ext cx="407674" cy="226551"/>
          </a:xfrm>
          <a:prstGeom prst="rect">
            <a:avLst/>
          </a:prstGeom>
        </p:spPr>
        <p:txBody>
          <a:bodyPr vert="horz"/>
          <a:lstStyle>
            <a:lvl1pPr marL="285750" indent="-285750" algn="l" defTabSz="457200" rtl="0" eaLnBrk="1" latinLnBrk="0" hangingPunct="1">
              <a:spcBef>
                <a:spcPts val="0"/>
              </a:spcBef>
              <a:spcAft>
                <a:spcPts val="1200"/>
              </a:spcAft>
              <a:buFont typeface="Arial" panose="020B0604020202020204" pitchFamily="34" charset="0"/>
              <a:buChar char="•"/>
              <a:defRPr sz="1800" kern="1200">
                <a:solidFill>
                  <a:schemeClr val="tx1"/>
                </a:solidFill>
                <a:latin typeface="Century Gothic"/>
                <a:ea typeface="+mn-ea"/>
                <a:cs typeface="Century Gothic"/>
              </a:defRPr>
            </a:lvl1pPr>
            <a:lvl2pPr marL="742950" indent="-285750" algn="l" defTabSz="457200" rtl="0" eaLnBrk="1" latinLnBrk="0" hangingPunct="1">
              <a:spcBef>
                <a:spcPts val="0"/>
              </a:spcBef>
              <a:spcAft>
                <a:spcPts val="1200"/>
              </a:spcAft>
              <a:buFont typeface="Arial"/>
              <a:buChar char="•"/>
              <a:defRPr sz="1600" kern="1200">
                <a:solidFill>
                  <a:schemeClr val="tx1"/>
                </a:solidFill>
                <a:latin typeface="Century Gothic"/>
                <a:ea typeface="+mn-ea"/>
                <a:cs typeface="Century Gothic"/>
              </a:defRPr>
            </a:lvl2pPr>
            <a:lvl3pPr marL="1143000" indent="-228600" algn="l" defTabSz="457200" rtl="0" eaLnBrk="1" latinLnBrk="0" hangingPunct="1">
              <a:spcBef>
                <a:spcPts val="0"/>
              </a:spcBef>
              <a:spcAft>
                <a:spcPts val="1200"/>
              </a:spcAft>
              <a:buFont typeface="Arial"/>
              <a:buChar char="•"/>
              <a:defRPr sz="1400" kern="1200" baseline="0">
                <a:solidFill>
                  <a:schemeClr val="tx1"/>
                </a:solidFill>
                <a:latin typeface="Century Gothic"/>
                <a:ea typeface="+mn-ea"/>
                <a:cs typeface="Century Gothic"/>
              </a:defRPr>
            </a:lvl3pPr>
            <a:lvl4pPr marL="1657350" indent="-285750" algn="l" defTabSz="457200" rtl="0" eaLnBrk="1" latinLnBrk="0" hangingPunct="1">
              <a:spcBef>
                <a:spcPts val="0"/>
              </a:spcBef>
              <a:spcAft>
                <a:spcPts val="1200"/>
              </a:spcAft>
              <a:buFont typeface="Arial"/>
              <a:buChar char="•"/>
              <a:defRPr sz="1200" kern="1200" baseline="0">
                <a:solidFill>
                  <a:schemeClr val="tx1"/>
                </a:solidFill>
                <a:latin typeface="Century Gothic"/>
                <a:ea typeface="+mn-ea"/>
                <a:cs typeface="Century Gothic"/>
              </a:defRPr>
            </a:lvl4pPr>
            <a:lvl5pPr marL="2057400" indent="-228600" algn="l" defTabSz="457200" rtl="0" eaLnBrk="1" latinLnBrk="0" hangingPunct="1">
              <a:spcBef>
                <a:spcPts val="0"/>
              </a:spcBef>
              <a:spcAft>
                <a:spcPts val="1200"/>
              </a:spcAft>
              <a:buFont typeface="Arial"/>
              <a:buChar char="•"/>
              <a:defRPr sz="1000" kern="1200">
                <a:solidFill>
                  <a:schemeClr val="tx1"/>
                </a:solidFill>
                <a:latin typeface="Century Gothic"/>
                <a:ea typeface="+mn-ea"/>
                <a:cs typeface="Century Gothic"/>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0"/>
              </a:spcAft>
              <a:buFont typeface="Arial" panose="020B0604020202020204" pitchFamily="34" charset="0"/>
              <a:buNone/>
            </a:pPr>
            <a:endParaRPr lang="en-US"/>
          </a:p>
        </p:txBody>
      </p:sp>
      <p:pic>
        <p:nvPicPr>
          <p:cNvPr id="9" name="Picture 8">
            <a:extLst>
              <a:ext uri="{FF2B5EF4-FFF2-40B4-BE49-F238E27FC236}">
                <a16:creationId xmlns:a16="http://schemas.microsoft.com/office/drawing/2014/main" id="{F051C09A-57A8-50B9-3890-8C7CF10465CC}"/>
              </a:ext>
            </a:extLst>
          </p:cNvPr>
          <p:cNvPicPr>
            <a:picLocks noChangeAspect="1"/>
          </p:cNvPicPr>
          <p:nvPr/>
        </p:nvPicPr>
        <p:blipFill>
          <a:blip r:embed="rId3"/>
          <a:stretch>
            <a:fillRect/>
          </a:stretch>
        </p:blipFill>
        <p:spPr>
          <a:xfrm>
            <a:off x="135671" y="2114254"/>
            <a:ext cx="7475549" cy="3064235"/>
          </a:xfrm>
          <a:prstGeom prst="rect">
            <a:avLst/>
          </a:prstGeom>
        </p:spPr>
      </p:pic>
    </p:spTree>
    <p:extLst>
      <p:ext uri="{BB962C8B-B14F-4D97-AF65-F5344CB8AC3E}">
        <p14:creationId xmlns:p14="http://schemas.microsoft.com/office/powerpoint/2010/main" val="207192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1F67C-EAF5-5F81-2D79-8F50D31B49CF}"/>
              </a:ext>
            </a:extLst>
          </p:cNvPr>
          <p:cNvSpPr>
            <a:spLocks noGrp="1"/>
          </p:cNvSpPr>
          <p:nvPr>
            <p:ph type="title"/>
          </p:nvPr>
        </p:nvSpPr>
        <p:spPr>
          <a:xfrm>
            <a:off x="227013" y="274638"/>
            <a:ext cx="7923694" cy="804862"/>
          </a:xfrm>
        </p:spPr>
        <p:txBody>
          <a:bodyPr/>
          <a:lstStyle/>
          <a:p>
            <a:r>
              <a:rPr lang="en-US" sz="3200"/>
              <a:t>Use Case Modeling</a:t>
            </a:r>
          </a:p>
        </p:txBody>
      </p:sp>
      <p:sp>
        <p:nvSpPr>
          <p:cNvPr id="5" name="Slide Number Placeholder 4">
            <a:extLst>
              <a:ext uri="{FF2B5EF4-FFF2-40B4-BE49-F238E27FC236}">
                <a16:creationId xmlns:a16="http://schemas.microsoft.com/office/drawing/2014/main" id="{0864B2E6-FCA5-1C71-098E-149A9FE4E90E}"/>
              </a:ext>
            </a:extLst>
          </p:cNvPr>
          <p:cNvSpPr>
            <a:spLocks noGrp="1"/>
          </p:cNvSpPr>
          <p:nvPr>
            <p:ph type="sldNum" sz="quarter" idx="4"/>
          </p:nvPr>
        </p:nvSpPr>
        <p:spPr/>
        <p:txBody>
          <a:bodyPr/>
          <a:lstStyle/>
          <a:p>
            <a:fld id="{F6F79CA1-B382-4F43-AD32-0B0E11510FDC}" type="slidenum">
              <a:rPr lang="en-US" smtClean="0"/>
              <a:pPr/>
              <a:t>12</a:t>
            </a:fld>
            <a:endParaRPr lang="en-US"/>
          </a:p>
        </p:txBody>
      </p:sp>
      <p:pic>
        <p:nvPicPr>
          <p:cNvPr id="4" name="Picture 3" descr="A diagram of a system&#10;&#10;AI-generated content may be incorrect.">
            <a:extLst>
              <a:ext uri="{FF2B5EF4-FFF2-40B4-BE49-F238E27FC236}">
                <a16:creationId xmlns:a16="http://schemas.microsoft.com/office/drawing/2014/main" id="{C09EB097-BBBE-517D-84ED-CBE28728BAA5}"/>
              </a:ext>
            </a:extLst>
          </p:cNvPr>
          <p:cNvPicPr>
            <a:picLocks noChangeAspect="1"/>
          </p:cNvPicPr>
          <p:nvPr/>
        </p:nvPicPr>
        <p:blipFill>
          <a:blip r:embed="rId2"/>
          <a:stretch>
            <a:fillRect/>
          </a:stretch>
        </p:blipFill>
        <p:spPr>
          <a:xfrm>
            <a:off x="875750" y="1079500"/>
            <a:ext cx="7392499" cy="4935711"/>
          </a:xfrm>
          <a:prstGeom prst="rect">
            <a:avLst/>
          </a:prstGeom>
        </p:spPr>
      </p:pic>
    </p:spTree>
    <p:extLst>
      <p:ext uri="{BB962C8B-B14F-4D97-AF65-F5344CB8AC3E}">
        <p14:creationId xmlns:p14="http://schemas.microsoft.com/office/powerpoint/2010/main" val="2644836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102C-156F-5194-9240-0F73D613420D}"/>
              </a:ext>
            </a:extLst>
          </p:cNvPr>
          <p:cNvSpPr>
            <a:spLocks noGrp="1"/>
          </p:cNvSpPr>
          <p:nvPr>
            <p:ph type="title"/>
          </p:nvPr>
        </p:nvSpPr>
        <p:spPr>
          <a:xfrm>
            <a:off x="227013" y="274638"/>
            <a:ext cx="7923694" cy="804862"/>
          </a:xfrm>
        </p:spPr>
        <p:txBody>
          <a:bodyPr/>
          <a:lstStyle/>
          <a:p>
            <a:r>
              <a:rPr lang="en-US" sz="2800"/>
              <a:t>Use Case Specifications</a:t>
            </a:r>
          </a:p>
        </p:txBody>
      </p:sp>
      <p:sp>
        <p:nvSpPr>
          <p:cNvPr id="5" name="Slide Number Placeholder 4">
            <a:extLst>
              <a:ext uri="{FF2B5EF4-FFF2-40B4-BE49-F238E27FC236}">
                <a16:creationId xmlns:a16="http://schemas.microsoft.com/office/drawing/2014/main" id="{29B13073-34C0-F7D2-5204-35DB18C5CEBB}"/>
              </a:ext>
            </a:extLst>
          </p:cNvPr>
          <p:cNvSpPr>
            <a:spLocks noGrp="1"/>
          </p:cNvSpPr>
          <p:nvPr>
            <p:ph type="sldNum" sz="quarter" idx="4"/>
          </p:nvPr>
        </p:nvSpPr>
        <p:spPr/>
        <p:txBody>
          <a:bodyPr/>
          <a:lstStyle/>
          <a:p>
            <a:fld id="{F6F79CA1-B382-4F43-AD32-0B0E11510FDC}" type="slidenum">
              <a:rPr lang="en-US" smtClean="0"/>
              <a:pPr/>
              <a:t>13</a:t>
            </a:fld>
            <a:endParaRPr lang="en-US"/>
          </a:p>
        </p:txBody>
      </p:sp>
      <p:pic>
        <p:nvPicPr>
          <p:cNvPr id="4" name="Picture 3" descr="A screenshot of a computer&#10;&#10;AI-generated content may be incorrect.">
            <a:extLst>
              <a:ext uri="{FF2B5EF4-FFF2-40B4-BE49-F238E27FC236}">
                <a16:creationId xmlns:a16="http://schemas.microsoft.com/office/drawing/2014/main" id="{E0282405-52B1-5693-7DAF-4EBC8ADDB717}"/>
              </a:ext>
            </a:extLst>
          </p:cNvPr>
          <p:cNvPicPr>
            <a:picLocks noChangeAspect="1"/>
          </p:cNvPicPr>
          <p:nvPr/>
        </p:nvPicPr>
        <p:blipFill>
          <a:blip r:embed="rId2"/>
          <a:stretch>
            <a:fillRect/>
          </a:stretch>
        </p:blipFill>
        <p:spPr>
          <a:xfrm>
            <a:off x="227013" y="1346714"/>
            <a:ext cx="4305300" cy="1841500"/>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21C6068A-9739-E839-8D85-EB41288E2D65}"/>
              </a:ext>
            </a:extLst>
          </p:cNvPr>
          <p:cNvPicPr>
            <a:picLocks noChangeAspect="1"/>
          </p:cNvPicPr>
          <p:nvPr/>
        </p:nvPicPr>
        <p:blipFill>
          <a:blip r:embed="rId3"/>
          <a:stretch>
            <a:fillRect/>
          </a:stretch>
        </p:blipFill>
        <p:spPr>
          <a:xfrm>
            <a:off x="4624046" y="1441964"/>
            <a:ext cx="4305300" cy="1651000"/>
          </a:xfrm>
          <a:prstGeom prst="rect">
            <a:avLst/>
          </a:prstGeom>
        </p:spPr>
      </p:pic>
      <p:pic>
        <p:nvPicPr>
          <p:cNvPr id="10" name="Picture 9" descr="A screenshot of a medical alert&#10;&#10;AI-generated content may be incorrect.">
            <a:extLst>
              <a:ext uri="{FF2B5EF4-FFF2-40B4-BE49-F238E27FC236}">
                <a16:creationId xmlns:a16="http://schemas.microsoft.com/office/drawing/2014/main" id="{EC720674-56B8-2AE6-013F-067F9656D5F3}"/>
              </a:ext>
            </a:extLst>
          </p:cNvPr>
          <p:cNvPicPr>
            <a:picLocks noChangeAspect="1"/>
          </p:cNvPicPr>
          <p:nvPr/>
        </p:nvPicPr>
        <p:blipFill>
          <a:blip r:embed="rId4"/>
          <a:stretch>
            <a:fillRect/>
          </a:stretch>
        </p:blipFill>
        <p:spPr>
          <a:xfrm>
            <a:off x="227013" y="3760735"/>
            <a:ext cx="4305300" cy="1524000"/>
          </a:xfrm>
          <a:prstGeom prst="rect">
            <a:avLst/>
          </a:prstGeom>
        </p:spPr>
      </p:pic>
      <p:pic>
        <p:nvPicPr>
          <p:cNvPr id="12" name="Picture 11" descr="A close-up of a document&#10;&#10;AI-generated content may be incorrect.">
            <a:extLst>
              <a:ext uri="{FF2B5EF4-FFF2-40B4-BE49-F238E27FC236}">
                <a16:creationId xmlns:a16="http://schemas.microsoft.com/office/drawing/2014/main" id="{E301D899-F9DF-A6C6-42EB-3038D6E6D7BA}"/>
              </a:ext>
            </a:extLst>
          </p:cNvPr>
          <p:cNvPicPr>
            <a:picLocks noChangeAspect="1"/>
          </p:cNvPicPr>
          <p:nvPr/>
        </p:nvPicPr>
        <p:blipFill>
          <a:blip r:embed="rId5"/>
          <a:stretch>
            <a:fillRect/>
          </a:stretch>
        </p:blipFill>
        <p:spPr>
          <a:xfrm>
            <a:off x="4624046" y="3773435"/>
            <a:ext cx="4318000" cy="1511300"/>
          </a:xfrm>
          <a:prstGeom prst="rect">
            <a:avLst/>
          </a:prstGeom>
        </p:spPr>
      </p:pic>
    </p:spTree>
    <p:extLst>
      <p:ext uri="{BB962C8B-B14F-4D97-AF65-F5344CB8AC3E}">
        <p14:creationId xmlns:p14="http://schemas.microsoft.com/office/powerpoint/2010/main" val="1992034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444ED7-1188-E453-A733-262942FD0970}"/>
              </a:ext>
            </a:extLst>
          </p:cNvPr>
          <p:cNvSpPr>
            <a:spLocks noGrp="1"/>
          </p:cNvSpPr>
          <p:nvPr>
            <p:ph type="body" sz="quarter" idx="13"/>
          </p:nvPr>
        </p:nvSpPr>
        <p:spPr>
          <a:xfrm>
            <a:off x="226219" y="108857"/>
            <a:ext cx="8691562" cy="804862"/>
          </a:xfrm>
        </p:spPr>
        <p:txBody>
          <a:bodyPr/>
          <a:lstStyle/>
          <a:p>
            <a:r>
              <a:rPr lang="en-US"/>
              <a:t>Use Case Specifications (Continued)</a:t>
            </a:r>
          </a:p>
        </p:txBody>
      </p:sp>
      <p:sp>
        <p:nvSpPr>
          <p:cNvPr id="5" name="Slide Number Placeholder 4">
            <a:extLst>
              <a:ext uri="{FF2B5EF4-FFF2-40B4-BE49-F238E27FC236}">
                <a16:creationId xmlns:a16="http://schemas.microsoft.com/office/drawing/2014/main" id="{B8E7E26F-9389-F794-27AB-80A1A8252474}"/>
              </a:ext>
            </a:extLst>
          </p:cNvPr>
          <p:cNvSpPr>
            <a:spLocks noGrp="1"/>
          </p:cNvSpPr>
          <p:nvPr>
            <p:ph type="sldNum" sz="quarter" idx="4"/>
          </p:nvPr>
        </p:nvSpPr>
        <p:spPr/>
        <p:txBody>
          <a:bodyPr/>
          <a:lstStyle/>
          <a:p>
            <a:fld id="{F6F79CA1-B382-4F43-AD32-0B0E11510FDC}" type="slidenum">
              <a:rPr lang="en-US" smtClean="0"/>
              <a:pPr/>
              <a:t>14</a:t>
            </a:fld>
            <a:endParaRPr lang="en-US"/>
          </a:p>
        </p:txBody>
      </p:sp>
      <p:pic>
        <p:nvPicPr>
          <p:cNvPr id="7" name="Picture 6" descr="A screenshot of a computer&#10;&#10;AI-generated content may be incorrect.">
            <a:extLst>
              <a:ext uri="{FF2B5EF4-FFF2-40B4-BE49-F238E27FC236}">
                <a16:creationId xmlns:a16="http://schemas.microsoft.com/office/drawing/2014/main" id="{677A24DF-D946-79CE-E046-9AE189D2274C}"/>
              </a:ext>
            </a:extLst>
          </p:cNvPr>
          <p:cNvPicPr>
            <a:picLocks noChangeAspect="1"/>
          </p:cNvPicPr>
          <p:nvPr/>
        </p:nvPicPr>
        <p:blipFill>
          <a:blip r:embed="rId2"/>
          <a:stretch>
            <a:fillRect/>
          </a:stretch>
        </p:blipFill>
        <p:spPr>
          <a:xfrm>
            <a:off x="213862" y="2603500"/>
            <a:ext cx="4318000" cy="1651000"/>
          </a:xfrm>
          <a:prstGeom prst="rect">
            <a:avLst/>
          </a:prstGeom>
        </p:spPr>
      </p:pic>
      <p:pic>
        <p:nvPicPr>
          <p:cNvPr id="9" name="Picture 8" descr="A close-up of a computer&#10;&#10;AI-generated content may be incorrect.">
            <a:extLst>
              <a:ext uri="{FF2B5EF4-FFF2-40B4-BE49-F238E27FC236}">
                <a16:creationId xmlns:a16="http://schemas.microsoft.com/office/drawing/2014/main" id="{F4B9BF83-E7B7-6E2B-67AD-C6E1F0DE1F18}"/>
              </a:ext>
            </a:extLst>
          </p:cNvPr>
          <p:cNvPicPr>
            <a:picLocks noChangeAspect="1"/>
          </p:cNvPicPr>
          <p:nvPr/>
        </p:nvPicPr>
        <p:blipFill>
          <a:blip r:embed="rId3"/>
          <a:stretch>
            <a:fillRect/>
          </a:stretch>
        </p:blipFill>
        <p:spPr>
          <a:xfrm>
            <a:off x="4624838" y="2374900"/>
            <a:ext cx="4305300" cy="2108200"/>
          </a:xfrm>
          <a:prstGeom prst="rect">
            <a:avLst/>
          </a:prstGeom>
        </p:spPr>
      </p:pic>
    </p:spTree>
    <p:extLst>
      <p:ext uri="{BB962C8B-B14F-4D97-AF65-F5344CB8AC3E}">
        <p14:creationId xmlns:p14="http://schemas.microsoft.com/office/powerpoint/2010/main" val="2954452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B1859-0D07-B094-681A-4C3877DB6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24723-6E54-77EF-53FC-2D254786E019}"/>
              </a:ext>
            </a:extLst>
          </p:cNvPr>
          <p:cNvSpPr>
            <a:spLocks noGrp="1"/>
          </p:cNvSpPr>
          <p:nvPr>
            <p:ph type="title"/>
          </p:nvPr>
        </p:nvSpPr>
        <p:spPr>
          <a:xfrm>
            <a:off x="227013" y="274638"/>
            <a:ext cx="7923694" cy="804862"/>
          </a:xfrm>
        </p:spPr>
        <p:txBody>
          <a:bodyPr/>
          <a:lstStyle/>
          <a:p>
            <a:r>
              <a:rPr lang="en-US" sz="2800"/>
              <a:t>Activity Diagrams for Each Use Case</a:t>
            </a:r>
          </a:p>
        </p:txBody>
      </p:sp>
      <p:sp>
        <p:nvSpPr>
          <p:cNvPr id="5" name="Slide Number Placeholder 4">
            <a:extLst>
              <a:ext uri="{FF2B5EF4-FFF2-40B4-BE49-F238E27FC236}">
                <a16:creationId xmlns:a16="http://schemas.microsoft.com/office/drawing/2014/main" id="{117C4514-3EE5-500D-441E-B3AB61DC6766}"/>
              </a:ext>
            </a:extLst>
          </p:cNvPr>
          <p:cNvSpPr>
            <a:spLocks noGrp="1"/>
          </p:cNvSpPr>
          <p:nvPr>
            <p:ph type="sldNum" sz="quarter" idx="4"/>
          </p:nvPr>
        </p:nvSpPr>
        <p:spPr/>
        <p:txBody>
          <a:bodyPr/>
          <a:lstStyle/>
          <a:p>
            <a:fld id="{F6F79CA1-B382-4F43-AD32-0B0E11510FDC}" type="slidenum">
              <a:rPr lang="en-US" smtClean="0"/>
              <a:pPr/>
              <a:t>15</a:t>
            </a:fld>
            <a:endParaRPr lang="en-US"/>
          </a:p>
        </p:txBody>
      </p:sp>
      <p:pic>
        <p:nvPicPr>
          <p:cNvPr id="11" name="Picture 10" descr="A diagram of a activity&#10;&#10;AI-generated content may be incorrect.">
            <a:extLst>
              <a:ext uri="{FF2B5EF4-FFF2-40B4-BE49-F238E27FC236}">
                <a16:creationId xmlns:a16="http://schemas.microsoft.com/office/drawing/2014/main" id="{C2A174FD-FBBA-1D68-A8A3-DA0E4368E5FB}"/>
              </a:ext>
            </a:extLst>
          </p:cNvPr>
          <p:cNvPicPr>
            <a:picLocks noChangeAspect="1"/>
          </p:cNvPicPr>
          <p:nvPr/>
        </p:nvPicPr>
        <p:blipFill>
          <a:blip r:embed="rId2"/>
          <a:stretch>
            <a:fillRect/>
          </a:stretch>
        </p:blipFill>
        <p:spPr>
          <a:xfrm>
            <a:off x="321276" y="1375644"/>
            <a:ext cx="3867584" cy="4117106"/>
          </a:xfrm>
          <a:prstGeom prst="rect">
            <a:avLst/>
          </a:prstGeom>
        </p:spPr>
      </p:pic>
      <p:pic>
        <p:nvPicPr>
          <p:cNvPr id="13" name="Picture 12" descr="A diagram of a software system&#10;&#10;AI-generated content may be incorrect.">
            <a:extLst>
              <a:ext uri="{FF2B5EF4-FFF2-40B4-BE49-F238E27FC236}">
                <a16:creationId xmlns:a16="http://schemas.microsoft.com/office/drawing/2014/main" id="{9FAC7418-443B-8954-B4ED-3D49E4659E6D}"/>
              </a:ext>
            </a:extLst>
          </p:cNvPr>
          <p:cNvPicPr>
            <a:picLocks noChangeAspect="1"/>
          </p:cNvPicPr>
          <p:nvPr/>
        </p:nvPicPr>
        <p:blipFill>
          <a:blip r:embed="rId3"/>
          <a:stretch>
            <a:fillRect/>
          </a:stretch>
        </p:blipFill>
        <p:spPr>
          <a:xfrm>
            <a:off x="4955142" y="1169993"/>
            <a:ext cx="3753427" cy="4518014"/>
          </a:xfrm>
          <a:prstGeom prst="rect">
            <a:avLst/>
          </a:prstGeom>
        </p:spPr>
      </p:pic>
    </p:spTree>
    <p:extLst>
      <p:ext uri="{BB962C8B-B14F-4D97-AF65-F5344CB8AC3E}">
        <p14:creationId xmlns:p14="http://schemas.microsoft.com/office/powerpoint/2010/main" val="3550023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0AD8971-86DA-C4BA-5639-601F6DBBA746}"/>
              </a:ext>
            </a:extLst>
          </p:cNvPr>
          <p:cNvSpPr>
            <a:spLocks noGrp="1"/>
          </p:cNvSpPr>
          <p:nvPr>
            <p:ph type="body" sz="quarter" idx="13"/>
          </p:nvPr>
        </p:nvSpPr>
        <p:spPr>
          <a:xfrm>
            <a:off x="227013" y="137727"/>
            <a:ext cx="8691562" cy="804862"/>
          </a:xfrm>
        </p:spPr>
        <p:txBody>
          <a:bodyPr/>
          <a:lstStyle/>
          <a:p>
            <a:r>
              <a:rPr lang="en-US"/>
              <a:t>Activity Diagrams for Each Use Case</a:t>
            </a:r>
          </a:p>
        </p:txBody>
      </p:sp>
      <p:sp>
        <p:nvSpPr>
          <p:cNvPr id="5" name="Slide Number Placeholder 4">
            <a:extLst>
              <a:ext uri="{FF2B5EF4-FFF2-40B4-BE49-F238E27FC236}">
                <a16:creationId xmlns:a16="http://schemas.microsoft.com/office/drawing/2014/main" id="{CF4954E9-3427-C9EB-67A4-D94B29781111}"/>
              </a:ext>
            </a:extLst>
          </p:cNvPr>
          <p:cNvSpPr>
            <a:spLocks noGrp="1"/>
          </p:cNvSpPr>
          <p:nvPr>
            <p:ph type="sldNum" sz="quarter" idx="4"/>
          </p:nvPr>
        </p:nvSpPr>
        <p:spPr/>
        <p:txBody>
          <a:bodyPr/>
          <a:lstStyle/>
          <a:p>
            <a:fld id="{F6F79CA1-B382-4F43-AD32-0B0E11510FDC}" type="slidenum">
              <a:rPr lang="en-US" smtClean="0"/>
              <a:pPr/>
              <a:t>16</a:t>
            </a:fld>
            <a:endParaRPr lang="en-US"/>
          </a:p>
        </p:txBody>
      </p:sp>
      <p:pic>
        <p:nvPicPr>
          <p:cNvPr id="7" name="Picture 6" descr="A diagram of a flowchart&#10;&#10;AI-generated content may be incorrect.">
            <a:extLst>
              <a:ext uri="{FF2B5EF4-FFF2-40B4-BE49-F238E27FC236}">
                <a16:creationId xmlns:a16="http://schemas.microsoft.com/office/drawing/2014/main" id="{6E7BBBC8-69A5-2682-6C41-B12E20E909EB}"/>
              </a:ext>
            </a:extLst>
          </p:cNvPr>
          <p:cNvPicPr>
            <a:picLocks noChangeAspect="1"/>
          </p:cNvPicPr>
          <p:nvPr/>
        </p:nvPicPr>
        <p:blipFill>
          <a:blip r:embed="rId2"/>
          <a:stretch>
            <a:fillRect/>
          </a:stretch>
        </p:blipFill>
        <p:spPr>
          <a:xfrm>
            <a:off x="943061" y="774700"/>
            <a:ext cx="2908300" cy="5308600"/>
          </a:xfrm>
          <a:prstGeom prst="rect">
            <a:avLst/>
          </a:prstGeom>
        </p:spPr>
      </p:pic>
      <p:pic>
        <p:nvPicPr>
          <p:cNvPr id="9" name="Picture 8" descr="A diagram of a system&#10;&#10;AI-generated content may be incorrect.">
            <a:extLst>
              <a:ext uri="{FF2B5EF4-FFF2-40B4-BE49-F238E27FC236}">
                <a16:creationId xmlns:a16="http://schemas.microsoft.com/office/drawing/2014/main" id="{0E6FFDA6-5D80-FDD7-0F51-87EE8A45132A}"/>
              </a:ext>
            </a:extLst>
          </p:cNvPr>
          <p:cNvPicPr>
            <a:picLocks noChangeAspect="1"/>
          </p:cNvPicPr>
          <p:nvPr/>
        </p:nvPicPr>
        <p:blipFill>
          <a:blip r:embed="rId3"/>
          <a:stretch>
            <a:fillRect/>
          </a:stretch>
        </p:blipFill>
        <p:spPr>
          <a:xfrm>
            <a:off x="4312508" y="1371824"/>
            <a:ext cx="4396061" cy="4413859"/>
          </a:xfrm>
          <a:prstGeom prst="rect">
            <a:avLst/>
          </a:prstGeom>
        </p:spPr>
      </p:pic>
    </p:spTree>
    <p:extLst>
      <p:ext uri="{BB962C8B-B14F-4D97-AF65-F5344CB8AC3E}">
        <p14:creationId xmlns:p14="http://schemas.microsoft.com/office/powerpoint/2010/main" val="4168220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EA7324D-0267-7667-7D22-068B19B0C652}"/>
              </a:ext>
            </a:extLst>
          </p:cNvPr>
          <p:cNvSpPr>
            <a:spLocks noGrp="1"/>
          </p:cNvSpPr>
          <p:nvPr>
            <p:ph type="body" sz="quarter" idx="13"/>
          </p:nvPr>
        </p:nvSpPr>
        <p:spPr>
          <a:xfrm>
            <a:off x="227013" y="125370"/>
            <a:ext cx="8691562" cy="804862"/>
          </a:xfrm>
        </p:spPr>
        <p:txBody>
          <a:bodyPr/>
          <a:lstStyle/>
          <a:p>
            <a:r>
              <a:rPr lang="en-US"/>
              <a:t>Activity Diagrams for Each Use Case</a:t>
            </a:r>
          </a:p>
        </p:txBody>
      </p:sp>
      <p:sp>
        <p:nvSpPr>
          <p:cNvPr id="5" name="Slide Number Placeholder 4">
            <a:extLst>
              <a:ext uri="{FF2B5EF4-FFF2-40B4-BE49-F238E27FC236}">
                <a16:creationId xmlns:a16="http://schemas.microsoft.com/office/drawing/2014/main" id="{C0958669-97B0-97DB-3B18-E2775565A736}"/>
              </a:ext>
            </a:extLst>
          </p:cNvPr>
          <p:cNvSpPr>
            <a:spLocks noGrp="1"/>
          </p:cNvSpPr>
          <p:nvPr>
            <p:ph type="sldNum" sz="quarter" idx="4"/>
          </p:nvPr>
        </p:nvSpPr>
        <p:spPr/>
        <p:txBody>
          <a:bodyPr/>
          <a:lstStyle/>
          <a:p>
            <a:fld id="{F6F79CA1-B382-4F43-AD32-0B0E11510FDC}" type="slidenum">
              <a:rPr lang="en-US" smtClean="0"/>
              <a:pPr/>
              <a:t>17</a:t>
            </a:fld>
            <a:endParaRPr lang="en-US"/>
          </a:p>
        </p:txBody>
      </p:sp>
      <p:pic>
        <p:nvPicPr>
          <p:cNvPr id="7" name="Picture 6" descr="A diagram of a system&#10;&#10;AI-generated content may be incorrect.">
            <a:extLst>
              <a:ext uri="{FF2B5EF4-FFF2-40B4-BE49-F238E27FC236}">
                <a16:creationId xmlns:a16="http://schemas.microsoft.com/office/drawing/2014/main" id="{83C2AD64-8E4C-1B24-D8BD-0E143DF0120A}"/>
              </a:ext>
            </a:extLst>
          </p:cNvPr>
          <p:cNvPicPr>
            <a:picLocks noChangeAspect="1"/>
          </p:cNvPicPr>
          <p:nvPr/>
        </p:nvPicPr>
        <p:blipFill>
          <a:blip r:embed="rId2"/>
          <a:stretch>
            <a:fillRect/>
          </a:stretch>
        </p:blipFill>
        <p:spPr>
          <a:xfrm>
            <a:off x="1026297" y="660400"/>
            <a:ext cx="2692400" cy="5537200"/>
          </a:xfrm>
          <a:prstGeom prst="rect">
            <a:avLst/>
          </a:prstGeom>
        </p:spPr>
      </p:pic>
      <p:pic>
        <p:nvPicPr>
          <p:cNvPr id="9" name="Picture 8" descr="A diagram of a machine learning pattern&#10;&#10;AI-generated content may be incorrect.">
            <a:extLst>
              <a:ext uri="{FF2B5EF4-FFF2-40B4-BE49-F238E27FC236}">
                <a16:creationId xmlns:a16="http://schemas.microsoft.com/office/drawing/2014/main" id="{F63A1B62-C72D-9F77-1322-2BB9C0122BCE}"/>
              </a:ext>
            </a:extLst>
          </p:cNvPr>
          <p:cNvPicPr>
            <a:picLocks noChangeAspect="1"/>
          </p:cNvPicPr>
          <p:nvPr/>
        </p:nvPicPr>
        <p:blipFill>
          <a:blip r:embed="rId3"/>
          <a:stretch>
            <a:fillRect/>
          </a:stretch>
        </p:blipFill>
        <p:spPr>
          <a:xfrm>
            <a:off x="4152736" y="1281975"/>
            <a:ext cx="4765839" cy="4542172"/>
          </a:xfrm>
          <a:prstGeom prst="rect">
            <a:avLst/>
          </a:prstGeom>
        </p:spPr>
      </p:pic>
    </p:spTree>
    <p:extLst>
      <p:ext uri="{BB962C8B-B14F-4D97-AF65-F5344CB8AC3E}">
        <p14:creationId xmlns:p14="http://schemas.microsoft.com/office/powerpoint/2010/main" val="2523379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BEEC3-B253-B44E-8F32-E1D300C9D2B9}"/>
              </a:ext>
            </a:extLst>
          </p:cNvPr>
          <p:cNvSpPr>
            <a:spLocks noGrp="1"/>
          </p:cNvSpPr>
          <p:nvPr>
            <p:ph type="title"/>
          </p:nvPr>
        </p:nvSpPr>
        <p:spPr>
          <a:xfrm>
            <a:off x="227013" y="274638"/>
            <a:ext cx="7923694" cy="620917"/>
          </a:xfrm>
        </p:spPr>
        <p:txBody>
          <a:bodyPr/>
          <a:lstStyle/>
          <a:p>
            <a:r>
              <a:rPr lang="en-US" sz="3200"/>
              <a:t>Software Versioning</a:t>
            </a:r>
          </a:p>
        </p:txBody>
      </p:sp>
      <p:sp>
        <p:nvSpPr>
          <p:cNvPr id="5" name="Slide Number Placeholder 4">
            <a:extLst>
              <a:ext uri="{FF2B5EF4-FFF2-40B4-BE49-F238E27FC236}">
                <a16:creationId xmlns:a16="http://schemas.microsoft.com/office/drawing/2014/main" id="{71FA9AB0-9A0C-2F4B-731F-FDE4E7880DDB}"/>
              </a:ext>
            </a:extLst>
          </p:cNvPr>
          <p:cNvSpPr>
            <a:spLocks noGrp="1"/>
          </p:cNvSpPr>
          <p:nvPr>
            <p:ph type="sldNum" sz="quarter" idx="4"/>
          </p:nvPr>
        </p:nvSpPr>
        <p:spPr/>
        <p:txBody>
          <a:bodyPr/>
          <a:lstStyle/>
          <a:p>
            <a:fld id="{F6F79CA1-B382-4F43-AD32-0B0E11510FDC}" type="slidenum">
              <a:rPr lang="en-US" smtClean="0"/>
              <a:pPr/>
              <a:t>18</a:t>
            </a:fld>
            <a:endParaRPr lang="en-US"/>
          </a:p>
        </p:txBody>
      </p:sp>
      <p:sp>
        <p:nvSpPr>
          <p:cNvPr id="7" name="Text Placeholder 2">
            <a:extLst>
              <a:ext uri="{FF2B5EF4-FFF2-40B4-BE49-F238E27FC236}">
                <a16:creationId xmlns:a16="http://schemas.microsoft.com/office/drawing/2014/main" id="{1DF921EB-2FE1-E995-8DB1-A92AC7065B02}"/>
              </a:ext>
            </a:extLst>
          </p:cNvPr>
          <p:cNvSpPr txBox="1">
            <a:spLocks/>
          </p:cNvSpPr>
          <p:nvPr/>
        </p:nvSpPr>
        <p:spPr>
          <a:xfrm>
            <a:off x="227014" y="1254034"/>
            <a:ext cx="5093924" cy="483985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a:t>Major</a:t>
            </a:r>
          </a:p>
          <a:p>
            <a:pPr marL="285750" indent="-285750">
              <a:buFont typeface="Arial" panose="020B0604020202020204" pitchFamily="34" charset="0"/>
              <a:buChar char="•"/>
            </a:pPr>
            <a:r>
              <a:rPr lang="en-US" sz="2000"/>
              <a:t>Fundamental Changes to structural components (User interface, Firmware Updates, Full Software release).</a:t>
            </a:r>
          </a:p>
          <a:p>
            <a:endParaRPr lang="en-US" sz="2000"/>
          </a:p>
          <a:p>
            <a:r>
              <a:rPr lang="en-US" sz="2000"/>
              <a:t>Minor</a:t>
            </a:r>
          </a:p>
          <a:p>
            <a:pPr marL="285750" lvl="1" indent="-285750">
              <a:buFont typeface="Arial" panose="020B0604020202020204" pitchFamily="34" charset="0"/>
              <a:buChar char="•"/>
            </a:pPr>
            <a:r>
              <a:rPr lang="en-US" sz="2000"/>
              <a:t>Feature additions to dashboard, database schema updates, or documentation expansions</a:t>
            </a:r>
          </a:p>
          <a:p>
            <a:endParaRPr lang="en-US" sz="2000"/>
          </a:p>
          <a:p>
            <a:r>
              <a:rPr lang="en-US" sz="2000"/>
              <a:t>Changelog</a:t>
            </a:r>
          </a:p>
          <a:p>
            <a:pPr marL="285750" lvl="1" indent="-285750">
              <a:buFont typeface="Arial" panose="020B0604020202020204" pitchFamily="34" charset="0"/>
              <a:buChar char="•"/>
            </a:pPr>
            <a:r>
              <a:rPr lang="en-US" sz="2000"/>
              <a:t>Bug fixes, user interface improvements, or minor optimizations</a:t>
            </a:r>
          </a:p>
          <a:p>
            <a:pPr lvl="1"/>
            <a:endParaRPr lang="en-US" sz="2000"/>
          </a:p>
          <a:p>
            <a:pPr lvl="1"/>
            <a:endParaRPr lang="en-US" sz="2000"/>
          </a:p>
        </p:txBody>
      </p:sp>
      <p:pic>
        <p:nvPicPr>
          <p:cNvPr id="6" name="Picture 5" descr="A close-up of a manual&#10;&#10;AI-generated content may be incorrect.">
            <a:extLst>
              <a:ext uri="{FF2B5EF4-FFF2-40B4-BE49-F238E27FC236}">
                <a16:creationId xmlns:a16="http://schemas.microsoft.com/office/drawing/2014/main" id="{EDAF3031-9D92-F647-89C9-F243BD3647F3}"/>
              </a:ext>
            </a:extLst>
          </p:cNvPr>
          <p:cNvPicPr>
            <a:picLocks noChangeAspect="1"/>
          </p:cNvPicPr>
          <p:nvPr/>
        </p:nvPicPr>
        <p:blipFill>
          <a:blip r:embed="rId2"/>
          <a:stretch>
            <a:fillRect/>
          </a:stretch>
        </p:blipFill>
        <p:spPr>
          <a:xfrm>
            <a:off x="5102854" y="1061654"/>
            <a:ext cx="3814133" cy="2259694"/>
          </a:xfrm>
          <a:prstGeom prst="rect">
            <a:avLst/>
          </a:prstGeom>
        </p:spPr>
      </p:pic>
    </p:spTree>
    <p:extLst>
      <p:ext uri="{BB962C8B-B14F-4D97-AF65-F5344CB8AC3E}">
        <p14:creationId xmlns:p14="http://schemas.microsoft.com/office/powerpoint/2010/main" val="3581761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9A85-14C6-45D6-A127-9C03A9EEC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1394D-47A3-7EFA-B079-2A0E5A8BF24A}"/>
              </a:ext>
            </a:extLst>
          </p:cNvPr>
          <p:cNvSpPr>
            <a:spLocks noGrp="1"/>
          </p:cNvSpPr>
          <p:nvPr>
            <p:ph type="title"/>
          </p:nvPr>
        </p:nvSpPr>
        <p:spPr>
          <a:xfrm>
            <a:off x="900908" y="1336709"/>
            <a:ext cx="7342184" cy="1143000"/>
          </a:xfrm>
        </p:spPr>
        <p:txBody>
          <a:bodyPr/>
          <a:lstStyle/>
          <a:p>
            <a:pPr algn="ctr">
              <a:lnSpc>
                <a:spcPct val="150000"/>
              </a:lnSpc>
            </a:pPr>
            <a:r>
              <a:rPr lang="en-US" sz="4800"/>
              <a:t>_______________________</a:t>
            </a:r>
            <a:br>
              <a:rPr lang="en-US" sz="4800"/>
            </a:br>
            <a:r>
              <a:rPr lang="en-US" sz="4800">
                <a:hlinkClick r:id="rId2"/>
              </a:rPr>
              <a:t>PDF Manual Demo!</a:t>
            </a:r>
            <a:br>
              <a:rPr lang="en-US" sz="4800">
                <a:hlinkClick r:id="rId2"/>
              </a:rPr>
            </a:br>
            <a:r>
              <a:rPr lang="en-US" sz="4800"/>
              <a:t>_______________________</a:t>
            </a:r>
          </a:p>
        </p:txBody>
      </p:sp>
      <p:sp>
        <p:nvSpPr>
          <p:cNvPr id="5" name="Slide Number Placeholder 4">
            <a:extLst>
              <a:ext uri="{FF2B5EF4-FFF2-40B4-BE49-F238E27FC236}">
                <a16:creationId xmlns:a16="http://schemas.microsoft.com/office/drawing/2014/main" id="{9C582849-81F9-13BB-49B0-FF63C1648E14}"/>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19</a:t>
            </a:fld>
            <a:endParaRPr lang="en-US"/>
          </a:p>
        </p:txBody>
      </p:sp>
    </p:spTree>
    <p:extLst>
      <p:ext uri="{BB962C8B-B14F-4D97-AF65-F5344CB8AC3E}">
        <p14:creationId xmlns:p14="http://schemas.microsoft.com/office/powerpoint/2010/main" val="2812374004"/>
      </p:ext>
    </p:extLst>
  </p:cSld>
  <p:clrMapOvr>
    <a:masterClrMapping/>
  </p:clrMapOvr>
</p:sld>
</file>

<file path=ppt/theme/theme1.xml><?xml version="1.0" encoding="utf-8"?>
<a:theme xmlns:a="http://schemas.openxmlformats.org/drawingml/2006/main" name="Cover Slide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 w/ Photo Background">
  <a:themeElements>
    <a:clrScheme name="Custom 5">
      <a:dk1>
        <a:srgbClr val="000000"/>
      </a:dk1>
      <a:lt1>
        <a:srgbClr val="FFFFFF"/>
      </a:lt1>
      <a:dk2>
        <a:srgbClr val="1F497D"/>
      </a:dk2>
      <a:lt2>
        <a:srgbClr val="EEECE1"/>
      </a:lt2>
      <a:accent1>
        <a:srgbClr val="1E406F"/>
      </a:accent1>
      <a:accent2>
        <a:srgbClr val="EEA42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19</Slides>
  <Notes>3</Notes>
  <HiddenSlides>0</HiddenSlides>
  <ScaleCrop>false</ScaleCrop>
  <HeadingPairs>
    <vt:vector size="4" baseType="variant">
      <vt:variant>
        <vt:lpstr>Theme</vt:lpstr>
      </vt:variant>
      <vt:variant>
        <vt:i4>2</vt:i4>
      </vt:variant>
      <vt:variant>
        <vt:lpstr>Slide Titles</vt:lpstr>
      </vt:variant>
      <vt:variant>
        <vt:i4>19</vt:i4>
      </vt:variant>
    </vt:vector>
  </HeadingPairs>
  <TitlesOfParts>
    <vt:vector size="21" baseType="lpstr">
      <vt:lpstr>Cover Slides</vt:lpstr>
      <vt:lpstr>Content w/ Photo Background</vt:lpstr>
      <vt:lpstr>PowerPoint Presentation</vt:lpstr>
      <vt:lpstr>Team Introductions</vt:lpstr>
      <vt:lpstr>Project Description</vt:lpstr>
      <vt:lpstr>Key Stakeholders</vt:lpstr>
      <vt:lpstr>Agile Process</vt:lpstr>
      <vt:lpstr>Remind Audience about Development Plan </vt:lpstr>
      <vt:lpstr>User Requirements</vt:lpstr>
      <vt:lpstr>System Requirements</vt:lpstr>
      <vt:lpstr>Non-Functional Requirements</vt:lpstr>
      <vt:lpstr>Domain / Business Requirements</vt:lpstr>
      <vt:lpstr>Other Requirements</vt:lpstr>
      <vt:lpstr>Use Case Modeling</vt:lpstr>
      <vt:lpstr>Use Case Specifications</vt:lpstr>
      <vt:lpstr>PowerPoint Presentation</vt:lpstr>
      <vt:lpstr>Activity Diagrams for Each Use Case</vt:lpstr>
      <vt:lpstr>PowerPoint Presentation</vt:lpstr>
      <vt:lpstr>PowerPoint Presentation</vt:lpstr>
      <vt:lpstr>Software Versioning</vt:lpstr>
      <vt:lpstr>_______________________ PDF Manual Demo! _______________________</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Laura Bubeck</dc:creator>
  <cp:revision>1</cp:revision>
  <dcterms:created xsi:type="dcterms:W3CDTF">2013-11-01T14:42:31Z</dcterms:created>
  <dcterms:modified xsi:type="dcterms:W3CDTF">2025-10-30T18:46:33Z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3fd474-4f3c-44ed-88fb-5cc4bd2471bf_Enabled">
    <vt:lpwstr>true</vt:lpwstr>
  </property>
  <property fmtid="{D5CDD505-2E9C-101B-9397-08002B2CF9AE}" pid="3" name="MSIP_Label_a73fd474-4f3c-44ed-88fb-5cc4bd2471bf_SetDate">
    <vt:lpwstr>2025-10-27T05:48:15Z</vt:lpwstr>
  </property>
  <property fmtid="{D5CDD505-2E9C-101B-9397-08002B2CF9AE}" pid="4" name="MSIP_Label_a73fd474-4f3c-44ed-88fb-5cc4bd2471bf_Method">
    <vt:lpwstr>Standard</vt:lpwstr>
  </property>
  <property fmtid="{D5CDD505-2E9C-101B-9397-08002B2CF9AE}" pid="5" name="MSIP_Label_a73fd474-4f3c-44ed-88fb-5cc4bd2471bf_Name">
    <vt:lpwstr>defa4170-0d19-0005-0004-bc88714345d2</vt:lpwstr>
  </property>
  <property fmtid="{D5CDD505-2E9C-101B-9397-08002B2CF9AE}" pid="6" name="MSIP_Label_a73fd474-4f3c-44ed-88fb-5cc4bd2471bf_SiteId">
    <vt:lpwstr>8d1a69ec-03b5-4345-ae21-dad112f5fb4f</vt:lpwstr>
  </property>
  <property fmtid="{D5CDD505-2E9C-101B-9397-08002B2CF9AE}" pid="7" name="MSIP_Label_a73fd474-4f3c-44ed-88fb-5cc4bd2471bf_ActionId">
    <vt:lpwstr>dffd895c-84d8-4bdd-ae0a-9a082a20bffe</vt:lpwstr>
  </property>
  <property fmtid="{D5CDD505-2E9C-101B-9397-08002B2CF9AE}" pid="8" name="MSIP_Label_a73fd474-4f3c-44ed-88fb-5cc4bd2471bf_ContentBits">
    <vt:lpwstr>0</vt:lpwstr>
  </property>
  <property fmtid="{D5CDD505-2E9C-101B-9397-08002B2CF9AE}" pid="9" name="MSIP_Label_a73fd474-4f3c-44ed-88fb-5cc4bd2471bf_Tag">
    <vt:lpwstr>50, 3, 0, 1</vt:lpwstr>
  </property>
</Properties>
</file>